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61708b6c3a4f4f" /><Relationship Type="http://schemas.openxmlformats.org/officeDocument/2006/relationships/extended-properties" Target="/docProps/app.xml" Id="R0c293199e72c4057" /><Relationship Type="http://schemas.openxmlformats.org/officeDocument/2006/relationships/officeDocument" Target="/ppt/presentation.xml" Id="R4895a35254da4088" /></Relationships>
</file>

<file path=ppt/presentation.xml><?xml version="1.0" encoding="utf-8"?>
<p:presentation xmlns:p="http://schemas.openxmlformats.org/presentationml/2006/main">
  <p:sldMasterIdLst>
    <p:sldMasterId xmlns:r="http://schemas.openxmlformats.org/officeDocument/2006/relationships" id="2147483648" r:id="R942027d3ed6e4522"/>
  </p:sldMasterIdLst>
  <p:notesMasterIdLst>
    <p:notesMasterId xmlns:r="http://schemas.openxmlformats.org/officeDocument/2006/relationships" r:id="Rd95045b59a8a4d11"/>
  </p:notesMasterIdLst>
  <p:sldIdLst>
    <p:sldId xmlns:r="http://schemas.openxmlformats.org/officeDocument/2006/relationships" id="256" r:id="Rfc9a5e2935504098"/>
    <p:sldId xmlns:r="http://schemas.openxmlformats.org/officeDocument/2006/relationships" id="257" r:id="R16da723cf9fe45b3"/>
    <p:sldId xmlns:r="http://schemas.openxmlformats.org/officeDocument/2006/relationships" id="258" r:id="Rcfa9d7fcfc7945c8"/>
    <p:sldId xmlns:r="http://schemas.openxmlformats.org/officeDocument/2006/relationships" id="259" r:id="R99ef8607b34940e5"/>
    <p:sldId xmlns:r="http://schemas.openxmlformats.org/officeDocument/2006/relationships" id="260" r:id="R4b034b26cf0f4575"/>
    <p:sldId xmlns:r="http://schemas.openxmlformats.org/officeDocument/2006/relationships" id="261" r:id="R6147a3b0c33c4a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4c8994eb1448aa" /><Relationship Type="http://schemas.openxmlformats.org/officeDocument/2006/relationships/slideMaster" Target="/ppt/slideMasters/slideMaster1.xml" Id="R942027d3ed6e4522" /><Relationship Type="http://schemas.openxmlformats.org/officeDocument/2006/relationships/notesMaster" Target="/ppt/notesMasters/notesMaster1.xml" Id="Rd95045b59a8a4d11" /><Relationship Type="http://schemas.openxmlformats.org/officeDocument/2006/relationships/presProps" Target="/ppt/presProps.xml" Id="R0aa850a89bb64587" /><Relationship Type="http://schemas.openxmlformats.org/officeDocument/2006/relationships/tableStyles" Target="/ppt/tableStyles.xml" Id="Rdf1fe3e941d6485c" /><Relationship Type="http://schemas.openxmlformats.org/officeDocument/2006/relationships/slide" Target="/ppt/slides/slide1.xml" Id="Rfc9a5e2935504098" /><Relationship Type="http://schemas.openxmlformats.org/officeDocument/2006/relationships/slide" Target="/ppt/slides/slide2.xml" Id="R16da723cf9fe45b3" /><Relationship Type="http://schemas.openxmlformats.org/officeDocument/2006/relationships/slide" Target="/ppt/slides/slide3.xml" Id="Rcfa9d7fcfc7945c8" /><Relationship Type="http://schemas.openxmlformats.org/officeDocument/2006/relationships/slide" Target="/ppt/slides/slide4.xml" Id="R99ef8607b34940e5" /><Relationship Type="http://schemas.openxmlformats.org/officeDocument/2006/relationships/slide" Target="/ppt/slides/slide5.xml" Id="R4b034b26cf0f4575" /><Relationship Type="http://schemas.openxmlformats.org/officeDocument/2006/relationships/slide" Target="/ppt/slides/slide6.xml" Id="R6147a3b0c33c4a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d78e47241540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05af9237c24f65" /><Relationship Type="http://schemas.openxmlformats.org/officeDocument/2006/relationships/notesMaster" Target="/ppt/notesMasters/notesMaster1.xml" Id="R947e2c2bc19c4b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61d55678654c67" /><Relationship Type="http://schemas.openxmlformats.org/officeDocument/2006/relationships/notesMaster" Target="/ppt/notesMasters/notesMaster1.xml" Id="R46b1679179ab49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3f930167a7411b" /><Relationship Type="http://schemas.openxmlformats.org/officeDocument/2006/relationships/notesMaster" Target="/ppt/notesMasters/notesMaster1.xml" Id="Rfe620b3a50d94b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ecb57cbe7f4df9" /><Relationship Type="http://schemas.openxmlformats.org/officeDocument/2006/relationships/notesMaster" Target="/ppt/notesMasters/notesMaster1.xml" Id="R6486a094a98f49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64c2f9ddca4aec" /><Relationship Type="http://schemas.openxmlformats.org/officeDocument/2006/relationships/notesMaster" Target="/ppt/notesMasters/notesMaster1.xml" Id="Ra2affc7d51ee4c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13d284dc94422e" /><Relationship Type="http://schemas.openxmlformats.org/officeDocument/2006/relationships/notesMaster" Target="/ppt/notesMasters/notesMaster1.xml" Id="R347fafe1708947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수집 원자료는 분석용 제외어 검사 전에 개인 PC에 저장될 수 있음. 신호 선별과 시간 근거 산정은 별도 경로. AI 정제는 선택 처리이며 상세 외부 연결은 Copilot 용도 슬라이드에서 구분. 팀 전송은 설정에 따른 별도 선택 기능. Graph 미사용, 활동 샘플러 제출 범위 제외는 사용자 확인 및 요청에 따른 범위임. 기존 코드 제거 완료를 의미하지 않음.</a:t>
            </a:r>
          </a:p>
          <a:p xmlns:a="http://schemas.openxmlformats.org/drawingml/2006/main">
            <a:r>
              <a:t/>
            </a:r>
          </a:p>
          <a:p xmlns:a="http://schemas.openxmlformats.org/drawingml/2006/main">
            <a:r>
              <a:t>분석 기준: LM24 v24.0.18, 53f78e5fb53f075e583a2618319c96e0ffaae44b.</a:t>
            </a:r>
          </a:p>
          <a:p xmlns:a="http://schemas.openxmlformats.org/drawingml/2006/main">
            <a:r>
              <a:t>https://github.com/phyksw/loadmon/blob/53f78e5fb53f075e583a2618319c96e0ffaae44b/run.py#L1025</a:t>
            </a:r>
          </a:p>
          <a:p xmlns:a="http://schemas.openxmlformats.org/drawingml/2006/main">
            <a:r>
              <a:t>https://github.com/phyksw/loadmon/blob/53f78e5fb53f075e583a2618319c96e0ffaae44b/mine.py#L131</a:t>
            </a:r>
          </a:p>
          <a:p xmlns:a="http://schemas.openxmlformats.org/drawingml/2006/main">
            <a:r>
              <a:t>https://github.com/phyksw/loadmon/blob/53f78e5fb53f075e583a2618319c96e0ffaae44b/core/extract.py#L1017</a:t>
            </a:r>
          </a:p>
          <a:p xmlns:a="http://schemas.openxmlformats.org/drawingml/2006/main">
            <a:r>
              <a:t>https://github.com/phyksw/loadmon/blob/53f78e5fb53f075e583a2618319c96e0ffaae44b/core/extract.py#L2634</a:t>
            </a:r>
          </a:p>
          <a:p xmlns:a="http://schemas.openxmlformats.org/drawingml/2006/main">
            <a:r>
              <a:t>https://github.com/phyksw/loadmon/blob/53f78e5fb53f075e583a2618319c96e0ffaae44b/run.py#L1065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Microsoft 365는 웹 접속 대상. HTTPS 443은 목적지 웹 서비스의 암호화 통신 포트이며 개인 PC 공개 서버 또는 새 방화벽 개방을 의미하지 않음. LM24가 Edge를 제어하는 기본 로컬 포트는 9333. 사용자 UI는 127.0.0.1:9148~9167. 팀 서버 기본 주소는 0.0.0.0:9310. 팀 서버와 팀 AI 실행 PC는 겸용 가능하나 팀 AI는 해당 실행 PC의 Edge 세션 사용. HTTP 업로드와 공유폴더 복사는 독립 설정으로 동시에 가능. Graph는 구현만 존재하고 사용자 확인상 현재 미사용.</a:t>
            </a:r>
          </a:p>
          <a:p xmlns:a="http://schemas.openxmlformats.org/drawingml/2006/main">
            <a:r>
              <a:t/>
            </a:r>
          </a:p>
          <a:p xmlns:a="http://schemas.openxmlformats.org/drawingml/2006/main">
            <a:r>
              <a:t>분석 기준: LM24 v24.0.18, 53f78e5fb53f075e583a2618319c96e0ffaae44b.</a:t>
            </a:r>
          </a:p>
          <a:p xmlns:a="http://schemas.openxmlformats.org/drawingml/2006/main">
            <a:r>
              <a:t>https://github.com/phyksw/loadmon/blob/53f78e5fb53f075e583a2618319c96e0ffaae44b/tools/copilot_auto.py#L60</a:t>
            </a:r>
          </a:p>
          <a:p xmlns:a="http://schemas.openxmlformats.org/drawingml/2006/main">
            <a:r>
              <a:t>https://github.com/phyksw/loadmon/blob/53f78e5fb53f075e583a2618319c96e0ffaae44b/ui/app.py#L4916</a:t>
            </a:r>
          </a:p>
          <a:p xmlns:a="http://schemas.openxmlformats.org/drawingml/2006/main">
            <a:r>
              <a:t>https://github.com/phyksw/loadmon/blob/53f78e5fb53f075e583a2618319c96e0ffaae44b/teamserver.py#L46</a:t>
            </a:r>
          </a:p>
          <a:p xmlns:a="http://schemas.openxmlformats.org/drawingml/2006/main">
            <a:r>
              <a:t>https://github.com/phyksw/loadmon/blob/53f78e5fb53f075e583a2618319c96e0ffaae44b/run.py#L817</a:t>
            </a:r>
          </a:p>
          <a:p xmlns:a="http://schemas.openxmlformats.org/drawingml/2006/main">
            <a:r>
              <a:t>https://github.com/phyksw/loadmon/blob/53f78e5fb53f075e583a2618319c96e0ffaae44b/run.py#L1065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Outlook COM은 기본 Inbox/Sent 메타정보를 수집하며 본문 및 첨부파일 전체를 다운로드하지 않음. 웹 목록 미리보기 또는 Copilot 응답에 본문 일부가 포함될 수 있음. COM이 이번 실행에 새 CSV를 쓰면 결과 0건이어도 대체 경로를 생략할 수 있음. Teams 앱/웹 CSV의 summary는 앞 200자이며 앱은 별도 UIA 화면 raw TXT를 저장. 수집용 Teams Copilot은 기본 꺼짐이고 그 경로는 200자 절단 없음. Teams 앱에서 날짜를 판독하지 못하면 수집일로 추정 가능. 파일 힌트는 지원 문서 일부이며 일반 70자 또는 Office 내장 제목 최대 80자. History 조회는 방문 시각만 추출하나 전체 DB와 WAL/SHM을 TEMP에 복사 후 삭제 시도. 활동 샘플러 제외 구성에서 새 프로그램별 사용시간의 대체 산출 경로는 확인되지 않음.</a:t>
            </a:r>
          </a:p>
          <a:p xmlns:a="http://schemas.openxmlformats.org/drawingml/2006/main">
            <a:r>
              <a:t/>
            </a:r>
          </a:p>
          <a:p xmlns:a="http://schemas.openxmlformats.org/drawingml/2006/main">
            <a:r>
              <a:t>분석 기준: LM24 v24.0.18, 53f78e5fb53f075e583a2618319c96e0ffaae44b.</a:t>
            </a:r>
          </a:p>
          <a:p xmlns:a="http://schemas.openxmlformats.org/drawingml/2006/main">
            <a:r>
              <a:t>https://github.com/phyksw/loadmon/blob/53f78e5fb53f075e583a2618319c96e0ffaae44b/collect/Get-OutlookData.ps1#L388</a:t>
            </a:r>
          </a:p>
          <a:p xmlns:a="http://schemas.openxmlformats.org/drawingml/2006/main">
            <a:r>
              <a:t>https://github.com/phyksw/loadmon/blob/53f78e5fb53f075e583a2618319c96e0ffaae44b/run.py#L172</a:t>
            </a:r>
          </a:p>
          <a:p xmlns:a="http://schemas.openxmlformats.org/drawingml/2006/main">
            <a:r>
              <a:t>https://github.com/phyksw/loadmon/blob/53f78e5fb53f075e583a2618319c96e0ffaae44b/run.py#L197</a:t>
            </a:r>
          </a:p>
          <a:p xmlns:a="http://schemas.openxmlformats.org/drawingml/2006/main">
            <a:r>
              <a:t>https://github.com/phyksw/loadmon/blob/53f78e5fb53f075e583a2618319c96e0ffaae44b/collect/Get-TeamsWindow.ps1#L221</a:t>
            </a:r>
          </a:p>
          <a:p xmlns:a="http://schemas.openxmlformats.org/drawingml/2006/main">
            <a:r>
              <a:t>https://github.com/phyksw/loadmon/blob/53f78e5fb53f075e583a2618319c96e0ffaae44b/collect/Get-TeamsWindow.ps1#L421</a:t>
            </a:r>
          </a:p>
          <a:p xmlns:a="http://schemas.openxmlformats.org/drawingml/2006/main">
            <a:r>
              <a:t>https://github.com/phyksw/loadmon/blob/53f78e5fb53f075e583a2618319c96e0ffaae44b/collect/Get-TeamsWeb.py#L506</a:t>
            </a:r>
          </a:p>
          <a:p xmlns:a="http://schemas.openxmlformats.org/drawingml/2006/main">
            <a:r>
              <a:t>https://github.com/phyksw/loadmon/blob/53f78e5fb53f075e583a2618319c96e0ffaae44b/collect/Get-TeamsViaCopilot.py#L255</a:t>
            </a:r>
          </a:p>
          <a:p xmlns:a="http://schemas.openxmlformats.org/drawingml/2006/main">
            <a:r>
              <a:t>https://github.com/phyksw/loadmon/blob/53f78e5fb53f075e583a2618319c96e0ffaae44b/core/extract.py#L613</a:t>
            </a:r>
          </a:p>
          <a:p xmlns:a="http://schemas.openxmlformats.org/drawingml/2006/main">
            <a:r>
              <a:t>https://github.com/phyksw/loadmon/blob/53f78e5fb53f075e583a2618319c96e0ffaae44b/collect/Get-PcOnHints.py#L47</a:t>
            </a:r>
          </a:p>
          <a:p xmlns:a="http://schemas.openxmlformats.org/drawingml/2006/main">
            <a:r>
              <a:t>https://github.com/phyksw/loadmon/blob/53f78e5fb53f075e583a2618319c96e0ffaae44b/config/config.default.json#L450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 행은 독립된 요청과 응답 처리의 요약임. 수집 조회의 입력은 조회 지시와 기간이며 원 메일이나 대화 본문을 PC에서 전량 업로드하는 요청으로 표현하지 않음. 수집 응답 원문을 보관한 뒤 파싱하여 CSV 생성. 메일 Copilot 대체 조회 기본 허용, Teams 기본 꺼짐. 분석용 AI는 선별 문구를 외부 서비스에 보낸 후 업무 여부를 판정하며 판정 전 taxonomy 표본 송신 가능. 일부 who 축소가 본문 민감정보 마스킹을 뜻하지 않음. 팀 이름 정리는 별도 실행 PC의 Edge 로그인으로 수행하며 일반 집계는 AI 없이 가능.</a:t>
            </a:r>
          </a:p>
          <a:p xmlns:a="http://schemas.openxmlformats.org/drawingml/2006/main">
            <a:r>
              <a:t/>
            </a:r>
          </a:p>
          <a:p xmlns:a="http://schemas.openxmlformats.org/drawingml/2006/main">
            <a:r>
              <a:t>분석 기준: LM24 v24.0.18, 53f78e5fb53f075e583a2618319c96e0ffaae44b.</a:t>
            </a:r>
          </a:p>
          <a:p xmlns:a="http://schemas.openxmlformats.org/drawingml/2006/main">
            <a:r>
              <a:t>https://github.com/phyksw/loadmon/blob/53f78e5fb53f075e583a2618319c96e0ffaae44b/collect/Get-MailViaCopilot.py#L257</a:t>
            </a:r>
          </a:p>
          <a:p xmlns:a="http://schemas.openxmlformats.org/drawingml/2006/main">
            <a:r>
              <a:t>https://github.com/phyksw/loadmon/blob/53f78e5fb53f075e583a2618319c96e0ffaae44b/collect/Get-MailViaCopilot.py#L289</a:t>
            </a:r>
          </a:p>
          <a:p xmlns:a="http://schemas.openxmlformats.org/drawingml/2006/main">
            <a:r>
              <a:t>https://github.com/phyksw/loadmon/blob/53f78e5fb53f075e583a2618319c96e0ffaae44b/collect/Get-TeamsViaCopilot.py#L235</a:t>
            </a:r>
          </a:p>
          <a:p xmlns:a="http://schemas.openxmlformats.org/drawingml/2006/main">
            <a:r>
              <a:t>https://github.com/phyksw/loadmon/blob/53f78e5fb53f075e583a2618319c96e0ffaae44b/judge.py#L1574</a:t>
            </a:r>
          </a:p>
          <a:p xmlns:a="http://schemas.openxmlformats.org/drawingml/2006/main">
            <a:r>
              <a:t>https://github.com/phyksw/loadmon/blob/53f78e5fb53f075e583a2618319c96e0ffaae44b/judge.py#L1685</a:t>
            </a:r>
          </a:p>
          <a:p xmlns:a="http://schemas.openxmlformats.org/drawingml/2006/main">
            <a:r>
              <a:t>https://github.com/phyksw/loadmon/blob/53f78e5fb53f075e583a2618319c96e0ffaae44b/team_refine.py#L68</a:t>
            </a:r>
          </a:p>
          <a:p xmlns:a="http://schemas.openxmlformats.org/drawingml/2006/main">
            <a:r>
              <a:t>https://github.com/phyksw/loadmon/blob/53f78e5fb53f075e583a2618319c96e0ffaae44b/team_report.py#L3070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run.py는 HTTP 자동 업로드와 공유폴더 export를 독립 if로 실행하므로 두 기능은 배타적 선택이 아님. HTTP 수신은 개인별 파일 저장 후 aggregate 호출. 공유폴더 복사 자체는 집계를 실행하지 않으며 별도 실행 필요. 허용 파일은 9종 CSV/JSON 패턴 및 member 인원 정보. 표준 HTTP 요청은 최대 30MiB. 수동 공유폴더 저장은 개인 HTML 추가 가능. 세부 신호 문구와 상대 정보에 별도 재가림을 하지 않음.</a:t>
            </a:r>
          </a:p>
          <a:p xmlns:a="http://schemas.openxmlformats.org/drawingml/2006/main">
            <a:r>
              <a:t/>
            </a:r>
          </a:p>
          <a:p xmlns:a="http://schemas.openxmlformats.org/drawingml/2006/main">
            <a:r>
              <a:t>분석 기준: LM24 v24.0.18, 53f78e5fb53f075e583a2618319c96e0ffaae44b.</a:t>
            </a:r>
          </a:p>
          <a:p xmlns:a="http://schemas.openxmlformats.org/drawingml/2006/main">
            <a:r>
              <a:t>https://github.com/phyksw/loadmon/blob/53f78e5fb53f075e583a2618319c96e0ffaae44b/run.py#L1065</a:t>
            </a:r>
          </a:p>
          <a:p xmlns:a="http://schemas.openxmlformats.org/drawingml/2006/main">
            <a:r>
              <a:t>https://github.com/phyksw/loadmon/blob/53f78e5fb53f075e583a2618319c96e0ffaae44b/teamserver.py#L501</a:t>
            </a:r>
          </a:p>
          <a:p xmlns:a="http://schemas.openxmlformats.org/drawingml/2006/main">
            <a:r>
              <a:t>https://github.com/phyksw/loadmon/blob/53f78e5fb53f075e583a2618319c96e0ffaae44b/teamserver.py#L180</a:t>
            </a:r>
          </a:p>
          <a:p xmlns:a="http://schemas.openxmlformats.org/drawingml/2006/main">
            <a:r>
              <a:t>https://github.com/phyksw/loadmon/blob/53f78e5fb53f075e583a2618319c96e0ffaae44b/export.py#L73</a:t>
            </a:r>
          </a:p>
          <a:p xmlns:a="http://schemas.openxmlformats.org/drawingml/2006/main">
            <a:r>
              <a:t>https://github.com/phyksw/loadmon/blob/53f78e5fb53f075e583a2618319c96e0ffaae44b/export.py#L140</a:t>
            </a:r>
          </a:p>
          <a:p xmlns:a="http://schemas.openxmlformats.org/drawingml/2006/main">
            <a:r>
              <a:t>https://github.com/phyksw/loadmon/blob/53f78e5fb53f075e583a2618319c96e0ffaae44b/teamup.py#L75</a:t>
            </a:r>
          </a:p>
          <a:p xmlns:a="http://schemas.openxmlformats.org/drawingml/2006/main">
            <a:r>
              <a:t>https://github.com/phyksw/loadmon/blob/53f78e5fb53f075e583a2618319c96e0ffaae44b/teamup.py#L242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표는 실행 흐름과 구분한 검토 유의사항임. 고정 LM24 코드 및 합성 입력 검토 결과에 근거하며 실제 계정, 테넌트 DLP, 배포 설정, 저장 권한이나 삭제 완료를 확인한 결과가 아님. 프로그램을 제거하거나 코드 변경한 것으로 해석하지 않음. 원자료와 캐시는 신호 제외 후 남을 수 있고 기존 활동 CSV 및 파생 PC 구간이 재사용될 수 있으므로 운영 범위 정리 확인 필요.</a:t>
            </a:r>
          </a:p>
          <a:p xmlns:a="http://schemas.openxmlformats.org/drawingml/2006/main">
            <a:r>
              <a:t/>
            </a:r>
          </a:p>
          <a:p xmlns:a="http://schemas.openxmlformats.org/drawingml/2006/main">
            <a:r>
              <a:t>분석 기준: LM24 v24.0.18, 53f78e5fb53f075e583a2618319c96e0ffaae44b.</a:t>
            </a:r>
          </a:p>
          <a:p xmlns:a="http://schemas.openxmlformats.org/drawingml/2006/main">
            <a:r>
              <a:t>https://github.com/phyksw/loadmon/blob/53f78e5fb53f075e583a2618319c96e0ffaae44b/core/extract.py#L654</a:t>
            </a:r>
          </a:p>
          <a:p xmlns:a="http://schemas.openxmlformats.org/drawingml/2006/main">
            <a:r>
              <a:t>https://github.com/phyksw/loadmon/blob/53f78e5fb53f075e583a2618319c96e0ffaae44b/core/extract.py#L1017</a:t>
            </a:r>
          </a:p>
          <a:p xmlns:a="http://schemas.openxmlformats.org/drawingml/2006/main">
            <a:r>
              <a:t>https://github.com/phyksw/loadmon/blob/53f78e5fb53f075e583a2618319c96e0ffaae44b/core/extract.py#L1208</a:t>
            </a:r>
          </a:p>
          <a:p xmlns:a="http://schemas.openxmlformats.org/drawingml/2006/main">
            <a:r>
              <a:t>https://github.com/phyksw/loadmon/blob/53f78e5fb53f075e583a2618319c96e0ffaae44b/collect/Get-PcOnHints.py#L363</a:t>
            </a:r>
          </a:p>
          <a:p xmlns:a="http://schemas.openxmlformats.org/drawingml/2006/main">
            <a:r>
              <a:t>https://github.com/phyksw/loadmon/blob/53f78e5fb53f075e583a2618319c96e0ffaae44b/judge.py#L819</a:t>
            </a:r>
          </a:p>
          <a:p xmlns:a="http://schemas.openxmlformats.org/drawingml/2006/main">
            <a:r>
              <a:t>https://github.com/phyksw/loadmon/blob/53f78e5fb53f075e583a2618319c96e0ffaae44b/judge.py#L1685</a:t>
            </a:r>
          </a:p>
          <a:p xmlns:a="http://schemas.openxmlformats.org/drawingml/2006/main">
            <a:r>
              <a:t>https://github.com/phyksw/loadmon/blob/53f78e5fb53f075e583a2618319c96e0ffaae44b/teamup.py#L275</a:t>
            </a:r>
          </a:p>
          <a:p xmlns:a="http://schemas.openxmlformats.org/drawingml/2006/main">
            <a:r>
              <a:t>https://github.com/phyksw/loadmon/blob/53f78e5fb53f075e583a2618319c96e0ffaae44b/teamserver.py#L46</a:t>
            </a:r>
          </a:p>
          <a:p xmlns:a="http://schemas.openxmlformats.org/drawingml/2006/main">
            <a:r>
              <a:t>https://github.com/phyksw/loadmon/blob/53f78e5fb53f075e583a2618319c96e0ffaae44b/ui/app.py#L997</a:t>
            </a:r>
          </a:p>
          <a:p xmlns:a="http://schemas.openxmlformats.org/drawingml/2006/main">
            <a:r>
              <a:t>https://github.com/phyksw/loadmon/blob/53f78e5fb53f075e583a2618319c96e0ffaae44b/run.py#L793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11f5d565124f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6b0e29872649c2" /><Relationship Type="http://schemas.openxmlformats.org/officeDocument/2006/relationships/slideLayout" Target="/ppt/slideLayouts/slideLayout1.xml" Id="R97a729acc10749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a729acc10749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37cc6680abc4c03" /><Relationship Type="http://schemas.openxmlformats.org/officeDocument/2006/relationships/notesSlide" Target="/ppt/notesSlides/notesSlide1.xml" Id="Re50d9b119b3a4e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b9f85a137f4f2f" /><Relationship Type="http://schemas.openxmlformats.org/officeDocument/2006/relationships/notesSlide" Target="/ppt/notesSlides/notesSlide2.xml" Id="R53c4a4e6240743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96f6d21e024638" /><Relationship Type="http://schemas.openxmlformats.org/officeDocument/2006/relationships/notesSlide" Target="/ppt/notesSlides/notesSlide3.xml" Id="R9ca1b6ee6d634f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69d3886fbc4498b" /><Relationship Type="http://schemas.openxmlformats.org/officeDocument/2006/relationships/notesSlide" Target="/ppt/notesSlides/notesSlide4.xml" Id="R66c747d8650d46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6378b278204ae7" /><Relationship Type="http://schemas.openxmlformats.org/officeDocument/2006/relationships/notesSlide" Target="/ppt/notesSlides/notesSlide5.xml" Id="R38320d2dc0d040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2e9f0e6e7442b2" /><Relationship Type="http://schemas.openxmlformats.org/officeDocument/2006/relationships/notesSlide" Target="/ppt/notesSlides/notesSlide6.xml" Id="R9b900f49121e4c8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text-1">
            <a:extLst xmlns:a="http://schemas.openxmlformats.org/drawingml/2006/main">
              <a:ext uri="{FF2B5EF4-FFF2-40B4-BE49-F238E27FC236}">
                <a16:creationId xmlns:a16="http://schemas.microsoft.com/office/drawing/2014/main" id="{9AB50455-2347-4A9B-A5C1-AA2EC6E24EED}"/>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173449"/>
                </a:solidFill>
                <a:latin typeface="Malgun Gothic"/>
                <a:ea typeface="Malgun Gothic"/>
                <a:cs typeface="Malgun Gothic"/>
              </a:defRPr>
            </a:pPr>
            <a:r>
              <a:rPr sz="3300" b="1">
                <a:solidFill>
                  <a:srgbClr val="173449"/>
                </a:solidFill>
                <a:latin typeface="Malgun Gothic"/>
                <a:ea typeface="Malgun Gothic"/>
                <a:cs typeface="Malgun Gothic"/>
              </a:rPr>
              <a:t>LM24 전체 데이터 흐름</a:t>
            </a:r>
          </a:p>
        </p:txBody>
      </p:sp>
      <p:sp>
        <p:nvSpPr>
          <p:cNvPr id="2" name="text-2">
            <a:extLst xmlns:a="http://schemas.openxmlformats.org/drawingml/2006/main">
              <a:ext uri="{FF2B5EF4-FFF2-40B4-BE49-F238E27FC236}">
                <a16:creationId xmlns:a16="http://schemas.microsoft.com/office/drawing/2014/main" id="{34B565D9-0E0E-4389-9157-4EBF00E8E007}"/>
              </a:ext>
            </a:extLst>
          </p:cNvPr>
          <p:cNvSpPr>
            <a:spLocks xmlns:a="http://schemas.openxmlformats.org/drawingml/2006/main" noGrp="1"/>
          </p:cNvSpPr>
          <p:nvPr/>
        </p:nvSpPr>
        <p:spPr>
          <a:xfrm xmlns:a="http://schemas.openxmlformats.org/drawingml/2006/main">
            <a:off x="609600" y="6410325"/>
            <a:ext cx="7810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506577"/>
                </a:solidFill>
                <a:latin typeface="Malgun Gothic"/>
                <a:ea typeface="Malgun Gothic"/>
                <a:cs typeface="Malgun Gothic"/>
              </a:defRPr>
            </a:pPr>
            <a:r>
              <a:rPr sz="1350" b="0">
                <a:solidFill>
                  <a:srgbClr val="506577"/>
                </a:solidFill>
                <a:latin typeface="Malgun Gothic"/>
                <a:ea typeface="Malgun Gothic"/>
                <a:cs typeface="Malgun Gothic"/>
              </a:rPr>
              <a:t>로드모니터 LM24 v24.0.18</a:t>
            </a:r>
          </a:p>
        </p:txBody>
      </p:sp>
      <p:sp>
        <p:nvSpPr>
          <p:cNvPr id="3" name="text-3">
            <a:extLst xmlns:a="http://schemas.openxmlformats.org/drawingml/2006/main">
              <a:ext uri="{FF2B5EF4-FFF2-40B4-BE49-F238E27FC236}">
                <a16:creationId xmlns:a16="http://schemas.microsoft.com/office/drawing/2014/main" id="{57835ECF-1421-4354-A13C-75432A98D073}"/>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00" b="0">
                <a:solidFill>
                  <a:srgbClr val="506577"/>
                </a:solidFill>
                <a:latin typeface="Malgun Gothic"/>
                <a:ea typeface="Malgun Gothic"/>
                <a:cs typeface="Malgun Gothic"/>
              </a:defRPr>
            </a:pPr>
            <a:r>
              <a:rPr sz="1500" b="0">
                <a:solidFill>
                  <a:srgbClr val="506577"/>
                </a:solidFill>
                <a:latin typeface="Malgun Gothic"/>
                <a:ea typeface="Malgun Gothic"/>
                <a:cs typeface="Malgun Gothic"/>
              </a:rPr>
              <a:t>01</a:t>
            </a:r>
          </a:p>
        </p:txBody>
      </p:sp>
      <p:sp>
        <p:nvSpPr>
          <p:cNvPr id="4" name="text-4">
            <a:extLst xmlns:a="http://schemas.openxmlformats.org/drawingml/2006/main">
              <a:ext uri="{FF2B5EF4-FFF2-40B4-BE49-F238E27FC236}">
                <a16:creationId xmlns:a16="http://schemas.microsoft.com/office/drawing/2014/main" id="{12A2AAE4-6084-4F0A-8E06-DEC921699BCC}"/>
              </a:ext>
            </a:extLst>
          </p:cNvPr>
          <p:cNvSpPr>
            <a:spLocks xmlns:a="http://schemas.openxmlformats.org/drawingml/2006/main" noGrp="1"/>
          </p:cNvSpPr>
          <p:nvPr/>
        </p:nvSpPr>
        <p:spPr>
          <a:xfrm xmlns:a="http://schemas.openxmlformats.org/drawingml/2006/main">
            <a:off x="609600" y="16859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506577"/>
                </a:solidFill>
                <a:latin typeface="Malgun Gothic"/>
                <a:ea typeface="Malgun Gothic"/>
                <a:cs typeface="Malgun Gothic"/>
              </a:defRPr>
            </a:pPr>
            <a:r>
              <a:rPr sz="1725" b="1">
                <a:solidFill>
                  <a:srgbClr val="506577"/>
                </a:solidFill>
                <a:latin typeface="Malgun Gothic"/>
                <a:ea typeface="Malgun Gothic"/>
                <a:cs typeface="Malgun Gothic"/>
              </a:rPr>
              <a:t>01</a:t>
            </a:r>
          </a:p>
        </p:txBody>
      </p:sp>
      <p:sp>
        <p:nvSpPr>
          <p:cNvPr id="5" name="diagram-box-5">
            <a:extLst xmlns:a="http://schemas.openxmlformats.org/drawingml/2006/main">
              <a:ext uri="{FF2B5EF4-FFF2-40B4-BE49-F238E27FC236}">
                <a16:creationId xmlns:a16="http://schemas.microsoft.com/office/drawing/2014/main" id="{A12D638A-7A91-4D30-8810-9DCE5D93B74F}"/>
              </a:ext>
            </a:extLst>
          </p:cNvPr>
          <p:cNvSpPr>
            <a:spLocks xmlns:a="http://schemas.openxmlformats.org/drawingml/2006/main" noGrp="1"/>
          </p:cNvSpPr>
          <p:nvPr/>
        </p:nvSpPr>
        <p:spPr>
          <a:xfrm xmlns:a="http://schemas.openxmlformats.org/drawingml/2006/main">
            <a:off x="609600" y="2181225"/>
            <a:ext cx="1809750" cy="2143125"/>
          </a:xfrm>
          <a:prstGeom xmlns:a="http://schemas.openxmlformats.org/drawingml/2006/main" prst="rect">
            <a:avLst/>
          </a:prstGeom>
          <a:solidFill xmlns:a="http://schemas.openxmlformats.org/drawingml/2006/main">
            <a:srgbClr val="FFFFFF"/>
          </a:solidFill>
          <a:ln xmlns:a="http://schemas.openxmlformats.org/drawingml/2006/main" w="12383">
            <a:solidFill>
              <a:srgbClr val="B6C7D2"/>
            </a:solidFill>
          </a:ln>
        </p:spPr>
      </p:sp>
      <p:sp>
        <p:nvSpPr>
          <p:cNvPr id="6" name="line-6">
            <a:extLst xmlns:a="http://schemas.openxmlformats.org/drawingml/2006/main">
              <a:ext uri="{FF2B5EF4-FFF2-40B4-BE49-F238E27FC236}">
                <a16:creationId xmlns:a16="http://schemas.microsoft.com/office/drawing/2014/main" id="{480E13CB-A591-477F-8A5D-F05CD7A768D6}"/>
              </a:ext>
            </a:extLst>
          </p:cNvPr>
          <p:cNvSpPr>
            <a:spLocks xmlns:a="http://schemas.openxmlformats.org/drawingml/2006/main" noGrp="1"/>
          </p:cNvSpPr>
          <p:nvPr/>
        </p:nvSpPr>
        <p:spPr>
          <a:xfrm xmlns:a="http://schemas.openxmlformats.org/drawingml/2006/main" flipH="0" flipV="0">
            <a:off x="609600" y="2181225"/>
            <a:ext cx="1809750" cy="0"/>
          </a:xfrm>
          <a:prstGeom xmlns:a="http://schemas.openxmlformats.org/drawingml/2006/main" prst="line">
            <a:avLst/>
          </a:prstGeom>
          <a:noFill xmlns:a="http://schemas.openxmlformats.org/drawingml/2006/main"/>
          <a:ln xmlns:a="http://schemas.openxmlformats.org/drawingml/2006/main" w="38100">
            <a:solidFill>
              <a:srgbClr val="137D83"/>
            </a:solidFill>
          </a:ln>
        </p:spPr>
      </p:sp>
      <p:sp>
        <p:nvSpPr>
          <p:cNvPr id="7" name="text-7">
            <a:extLst xmlns:a="http://schemas.openxmlformats.org/drawingml/2006/main">
              <a:ext uri="{FF2B5EF4-FFF2-40B4-BE49-F238E27FC236}">
                <a16:creationId xmlns:a16="http://schemas.microsoft.com/office/drawing/2014/main" id="{795F089B-DB2C-4BC1-B4CA-86D587BC3AB7}"/>
              </a:ext>
            </a:extLst>
          </p:cNvPr>
          <p:cNvSpPr>
            <a:spLocks xmlns:a="http://schemas.openxmlformats.org/drawingml/2006/main" noGrp="1"/>
          </p:cNvSpPr>
          <p:nvPr/>
        </p:nvSpPr>
        <p:spPr>
          <a:xfrm xmlns:a="http://schemas.openxmlformats.org/drawingml/2006/main">
            <a:off x="762000" y="2333625"/>
            <a:ext cx="1504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137D83"/>
                </a:solidFill>
                <a:latin typeface="Malgun Gothic"/>
                <a:ea typeface="Malgun Gothic"/>
                <a:cs typeface="Malgun Gothic"/>
              </a:defRPr>
            </a:pPr>
            <a:r>
              <a:rPr sz="2175" b="1">
                <a:solidFill>
                  <a:srgbClr val="137D83"/>
                </a:solidFill>
                <a:latin typeface="Malgun Gothic"/>
                <a:ea typeface="Malgun Gothic"/>
                <a:cs typeface="Malgun Gothic"/>
              </a:rPr>
              <a:t>자료 출처</a:t>
            </a:r>
          </a:p>
        </p:txBody>
      </p:sp>
      <p:sp>
        <p:nvSpPr>
          <p:cNvPr id="8" name="text-8">
            <a:extLst xmlns:a="http://schemas.openxmlformats.org/drawingml/2006/main">
              <a:ext uri="{FF2B5EF4-FFF2-40B4-BE49-F238E27FC236}">
                <a16:creationId xmlns:a16="http://schemas.microsoft.com/office/drawing/2014/main" id="{77602B9E-55C1-4FB4-B6E4-DE3535ACACA9}"/>
              </a:ext>
            </a:extLst>
          </p:cNvPr>
          <p:cNvSpPr>
            <a:spLocks xmlns:a="http://schemas.openxmlformats.org/drawingml/2006/main" noGrp="1"/>
          </p:cNvSpPr>
          <p:nvPr/>
        </p:nvSpPr>
        <p:spPr>
          <a:xfrm xmlns:a="http://schemas.openxmlformats.org/drawingml/2006/main">
            <a:off x="752475" y="2924175"/>
            <a:ext cx="1524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메일, Teams</a:t>
            </a:r>
          </a:p>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파일과 PC 기록</a:t>
            </a:r>
          </a:p>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수기, 추가 PC</a:t>
            </a:r>
          </a:p>
        </p:txBody>
      </p:sp>
      <p:sp>
        <p:nvSpPr>
          <p:cNvPr id="9" name="text-9">
            <a:extLst xmlns:a="http://schemas.openxmlformats.org/drawingml/2006/main">
              <a:ext uri="{FF2B5EF4-FFF2-40B4-BE49-F238E27FC236}">
                <a16:creationId xmlns:a16="http://schemas.microsoft.com/office/drawing/2014/main" id="{61E0AF0F-4591-439E-914E-1B789D515CF1}"/>
              </a:ext>
            </a:extLst>
          </p:cNvPr>
          <p:cNvSpPr>
            <a:spLocks xmlns:a="http://schemas.openxmlformats.org/drawingml/2006/main" noGrp="1"/>
          </p:cNvSpPr>
          <p:nvPr/>
        </p:nvSpPr>
        <p:spPr>
          <a:xfrm xmlns:a="http://schemas.openxmlformats.org/drawingml/2006/main">
            <a:off x="2781300" y="1685925"/>
            <a:ext cx="1981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506577"/>
                </a:solidFill>
                <a:latin typeface="Malgun Gothic"/>
                <a:ea typeface="Malgun Gothic"/>
                <a:cs typeface="Malgun Gothic"/>
              </a:defRPr>
            </a:pPr>
            <a:r>
              <a:rPr sz="1725" b="1">
                <a:solidFill>
                  <a:srgbClr val="506577"/>
                </a:solidFill>
                <a:latin typeface="Malgun Gothic"/>
                <a:ea typeface="Malgun Gothic"/>
                <a:cs typeface="Malgun Gothic"/>
              </a:rPr>
              <a:t>02</a:t>
            </a:r>
          </a:p>
        </p:txBody>
      </p:sp>
      <p:sp>
        <p:nvSpPr>
          <p:cNvPr id="10" name="diagram-box-10">
            <a:extLst xmlns:a="http://schemas.openxmlformats.org/drawingml/2006/main">
              <a:ext uri="{FF2B5EF4-FFF2-40B4-BE49-F238E27FC236}">
                <a16:creationId xmlns:a16="http://schemas.microsoft.com/office/drawing/2014/main" id="{188D7F01-D051-485E-8993-F28E4DB89014}"/>
              </a:ext>
            </a:extLst>
          </p:cNvPr>
          <p:cNvSpPr>
            <a:spLocks xmlns:a="http://schemas.openxmlformats.org/drawingml/2006/main" noGrp="1"/>
          </p:cNvSpPr>
          <p:nvPr/>
        </p:nvSpPr>
        <p:spPr>
          <a:xfrm xmlns:a="http://schemas.openxmlformats.org/drawingml/2006/main">
            <a:off x="2781300" y="2181225"/>
            <a:ext cx="1981200" cy="2143125"/>
          </a:xfrm>
          <a:prstGeom xmlns:a="http://schemas.openxmlformats.org/drawingml/2006/main" prst="rect">
            <a:avLst/>
          </a:prstGeom>
          <a:solidFill xmlns:a="http://schemas.openxmlformats.org/drawingml/2006/main">
            <a:srgbClr val="FFFFFF"/>
          </a:solidFill>
          <a:ln xmlns:a="http://schemas.openxmlformats.org/drawingml/2006/main" w="12383">
            <a:solidFill>
              <a:srgbClr val="B6C7D2"/>
            </a:solidFill>
          </a:ln>
        </p:spPr>
      </p:sp>
      <p:sp>
        <p:nvSpPr>
          <p:cNvPr id="11" name="line-11">
            <a:extLst xmlns:a="http://schemas.openxmlformats.org/drawingml/2006/main">
              <a:ext uri="{FF2B5EF4-FFF2-40B4-BE49-F238E27FC236}">
                <a16:creationId xmlns:a16="http://schemas.microsoft.com/office/drawing/2014/main" id="{837FEDC5-A80B-4225-BB6D-5C06655A39D2}"/>
              </a:ext>
            </a:extLst>
          </p:cNvPr>
          <p:cNvSpPr>
            <a:spLocks xmlns:a="http://schemas.openxmlformats.org/drawingml/2006/main" noGrp="1"/>
          </p:cNvSpPr>
          <p:nvPr/>
        </p:nvSpPr>
        <p:spPr>
          <a:xfrm xmlns:a="http://schemas.openxmlformats.org/drawingml/2006/main" flipH="0" flipV="0">
            <a:off x="2781300" y="2181225"/>
            <a:ext cx="1981200" cy="0"/>
          </a:xfrm>
          <a:prstGeom xmlns:a="http://schemas.openxmlformats.org/drawingml/2006/main" prst="line">
            <a:avLst/>
          </a:prstGeom>
          <a:noFill xmlns:a="http://schemas.openxmlformats.org/drawingml/2006/main"/>
          <a:ln xmlns:a="http://schemas.openxmlformats.org/drawingml/2006/main" w="38100">
            <a:solidFill>
              <a:srgbClr val="137D83"/>
            </a:solidFill>
          </a:ln>
        </p:spPr>
      </p:sp>
      <p:sp>
        <p:nvSpPr>
          <p:cNvPr id="12" name="text-12">
            <a:extLst xmlns:a="http://schemas.openxmlformats.org/drawingml/2006/main">
              <a:ext uri="{FF2B5EF4-FFF2-40B4-BE49-F238E27FC236}">
                <a16:creationId xmlns:a16="http://schemas.microsoft.com/office/drawing/2014/main" id="{308700F8-8EE7-41FB-ACA8-A1200165FCF2}"/>
              </a:ext>
            </a:extLst>
          </p:cNvPr>
          <p:cNvSpPr>
            <a:spLocks xmlns:a="http://schemas.openxmlformats.org/drawingml/2006/main" noGrp="1"/>
          </p:cNvSpPr>
          <p:nvPr/>
        </p:nvSpPr>
        <p:spPr>
          <a:xfrm xmlns:a="http://schemas.openxmlformats.org/drawingml/2006/main">
            <a:off x="2933700" y="2333625"/>
            <a:ext cx="1676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137D83"/>
                </a:solidFill>
                <a:latin typeface="Malgun Gothic"/>
                <a:ea typeface="Malgun Gothic"/>
                <a:cs typeface="Malgun Gothic"/>
              </a:defRPr>
            </a:pPr>
            <a:r>
              <a:rPr sz="2175" b="1">
                <a:solidFill>
                  <a:srgbClr val="137D83"/>
                </a:solidFill>
                <a:latin typeface="Malgun Gothic"/>
                <a:ea typeface="Malgun Gothic"/>
                <a:cs typeface="Malgun Gothic"/>
              </a:rPr>
              <a:t>수집 및 저장</a:t>
            </a:r>
          </a:p>
        </p:txBody>
      </p:sp>
      <p:sp>
        <p:nvSpPr>
          <p:cNvPr id="13" name="text-13">
            <a:extLst xmlns:a="http://schemas.openxmlformats.org/drawingml/2006/main">
              <a:ext uri="{FF2B5EF4-FFF2-40B4-BE49-F238E27FC236}">
                <a16:creationId xmlns:a16="http://schemas.microsoft.com/office/drawing/2014/main" id="{68D1D2FD-5DC9-43C7-9276-80D5A0AB24D9}"/>
              </a:ext>
            </a:extLst>
          </p:cNvPr>
          <p:cNvSpPr>
            <a:spLocks xmlns:a="http://schemas.openxmlformats.org/drawingml/2006/main" noGrp="1"/>
          </p:cNvSpPr>
          <p:nvPr/>
        </p:nvSpPr>
        <p:spPr>
          <a:xfrm xmlns:a="http://schemas.openxmlformats.org/drawingml/2006/main">
            <a:off x="2924175" y="2924175"/>
            <a:ext cx="16954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앱 / 색인 / 웹</a:t>
            </a:r>
          </a:p>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PC 원자료 보관</a:t>
            </a:r>
          </a:p>
        </p:txBody>
      </p:sp>
      <p:sp>
        <p:nvSpPr>
          <p:cNvPr id="14" name="text-14">
            <a:extLst xmlns:a="http://schemas.openxmlformats.org/drawingml/2006/main">
              <a:ext uri="{FF2B5EF4-FFF2-40B4-BE49-F238E27FC236}">
                <a16:creationId xmlns:a16="http://schemas.microsoft.com/office/drawing/2014/main" id="{867238A3-3041-4763-A65C-9851C24389C3}"/>
              </a:ext>
            </a:extLst>
          </p:cNvPr>
          <p:cNvSpPr>
            <a:spLocks xmlns:a="http://schemas.openxmlformats.org/drawingml/2006/main" noGrp="1"/>
          </p:cNvSpPr>
          <p:nvPr/>
        </p:nvSpPr>
        <p:spPr>
          <a:xfrm xmlns:a="http://schemas.openxmlformats.org/drawingml/2006/main">
            <a:off x="5124450" y="168592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506577"/>
                </a:solidFill>
                <a:latin typeface="Malgun Gothic"/>
                <a:ea typeface="Malgun Gothic"/>
                <a:cs typeface="Malgun Gothic"/>
              </a:defRPr>
            </a:pPr>
            <a:r>
              <a:rPr sz="1725" b="1">
                <a:solidFill>
                  <a:srgbClr val="506577"/>
                </a:solidFill>
                <a:latin typeface="Malgun Gothic"/>
                <a:ea typeface="Malgun Gothic"/>
                <a:cs typeface="Malgun Gothic"/>
              </a:rPr>
              <a:t>03</a:t>
            </a:r>
          </a:p>
        </p:txBody>
      </p:sp>
      <p:sp>
        <p:nvSpPr>
          <p:cNvPr id="15" name="diagram-box-15">
            <a:extLst xmlns:a="http://schemas.openxmlformats.org/drawingml/2006/main">
              <a:ext uri="{FF2B5EF4-FFF2-40B4-BE49-F238E27FC236}">
                <a16:creationId xmlns:a16="http://schemas.microsoft.com/office/drawing/2014/main" id="{62BF5587-7673-4F69-9EB8-F01E9A4B2FFF}"/>
              </a:ext>
            </a:extLst>
          </p:cNvPr>
          <p:cNvSpPr>
            <a:spLocks xmlns:a="http://schemas.openxmlformats.org/drawingml/2006/main" noGrp="1"/>
          </p:cNvSpPr>
          <p:nvPr/>
        </p:nvSpPr>
        <p:spPr>
          <a:xfrm xmlns:a="http://schemas.openxmlformats.org/drawingml/2006/main">
            <a:off x="5124450" y="2181225"/>
            <a:ext cx="2190750" cy="2143125"/>
          </a:xfrm>
          <a:prstGeom xmlns:a="http://schemas.openxmlformats.org/drawingml/2006/main" prst="rect">
            <a:avLst/>
          </a:prstGeom>
          <a:solidFill xmlns:a="http://schemas.openxmlformats.org/drawingml/2006/main">
            <a:srgbClr val="FFFFFF"/>
          </a:solidFill>
          <a:ln xmlns:a="http://schemas.openxmlformats.org/drawingml/2006/main" w="12383">
            <a:solidFill>
              <a:srgbClr val="B6C7D2"/>
            </a:solidFill>
          </a:ln>
        </p:spPr>
      </p:sp>
      <p:sp>
        <p:nvSpPr>
          <p:cNvPr id="16" name="line-16">
            <a:extLst xmlns:a="http://schemas.openxmlformats.org/drawingml/2006/main">
              <a:ext uri="{FF2B5EF4-FFF2-40B4-BE49-F238E27FC236}">
                <a16:creationId xmlns:a16="http://schemas.microsoft.com/office/drawing/2014/main" id="{15A74215-82A2-4496-ACCE-004F598C97D3}"/>
              </a:ext>
            </a:extLst>
          </p:cNvPr>
          <p:cNvSpPr>
            <a:spLocks xmlns:a="http://schemas.openxmlformats.org/drawingml/2006/main" noGrp="1"/>
          </p:cNvSpPr>
          <p:nvPr/>
        </p:nvSpPr>
        <p:spPr>
          <a:xfrm xmlns:a="http://schemas.openxmlformats.org/drawingml/2006/main" flipH="0" flipV="0">
            <a:off x="5124450" y="2181225"/>
            <a:ext cx="2190750" cy="0"/>
          </a:xfrm>
          <a:prstGeom xmlns:a="http://schemas.openxmlformats.org/drawingml/2006/main" prst="line">
            <a:avLst/>
          </a:prstGeom>
          <a:noFill xmlns:a="http://schemas.openxmlformats.org/drawingml/2006/main"/>
          <a:ln xmlns:a="http://schemas.openxmlformats.org/drawingml/2006/main" w="38100">
            <a:solidFill>
              <a:srgbClr val="137D83"/>
            </a:solidFill>
          </a:ln>
        </p:spPr>
      </p:sp>
      <p:sp>
        <p:nvSpPr>
          <p:cNvPr id="17" name="text-17">
            <a:extLst xmlns:a="http://schemas.openxmlformats.org/drawingml/2006/main">
              <a:ext uri="{FF2B5EF4-FFF2-40B4-BE49-F238E27FC236}">
                <a16:creationId xmlns:a16="http://schemas.microsoft.com/office/drawing/2014/main" id="{7988406C-2C3A-43E1-B058-B59FCC3DF96C}"/>
              </a:ext>
            </a:extLst>
          </p:cNvPr>
          <p:cNvSpPr>
            <a:spLocks xmlns:a="http://schemas.openxmlformats.org/drawingml/2006/main" noGrp="1"/>
          </p:cNvSpPr>
          <p:nvPr/>
        </p:nvSpPr>
        <p:spPr>
          <a:xfrm xmlns:a="http://schemas.openxmlformats.org/drawingml/2006/main">
            <a:off x="5276850" y="2333625"/>
            <a:ext cx="188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137D83"/>
                </a:solidFill>
                <a:latin typeface="Malgun Gothic"/>
                <a:ea typeface="Malgun Gothic"/>
                <a:cs typeface="Malgun Gothic"/>
              </a:defRPr>
            </a:pPr>
            <a:r>
              <a:rPr sz="2175" b="1">
                <a:solidFill>
                  <a:srgbClr val="137D83"/>
                </a:solidFill>
                <a:latin typeface="Malgun Gothic"/>
                <a:ea typeface="Malgun Gothic"/>
                <a:cs typeface="Malgun Gothic"/>
              </a:rPr>
              <a:t>필터 및 분석</a:t>
            </a:r>
          </a:p>
        </p:txBody>
      </p:sp>
      <p:sp>
        <p:nvSpPr>
          <p:cNvPr id="18" name="text-18">
            <a:extLst xmlns:a="http://schemas.openxmlformats.org/drawingml/2006/main">
              <a:ext uri="{FF2B5EF4-FFF2-40B4-BE49-F238E27FC236}">
                <a16:creationId xmlns:a16="http://schemas.microsoft.com/office/drawing/2014/main" id="{B170E251-20CB-43D9-A13B-9ACB30923718}"/>
              </a:ext>
            </a:extLst>
          </p:cNvPr>
          <p:cNvSpPr>
            <a:spLocks xmlns:a="http://schemas.openxmlformats.org/drawingml/2006/main" noGrp="1"/>
          </p:cNvSpPr>
          <p:nvPr/>
        </p:nvSpPr>
        <p:spPr>
          <a:xfrm xmlns:a="http://schemas.openxmlformats.org/drawingml/2006/main">
            <a:off x="5267325" y="2924175"/>
            <a:ext cx="1905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신호 선별</a:t>
            </a:r>
          </a:p>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별도 시간 산정</a:t>
            </a:r>
          </a:p>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AI 정제(선택)</a:t>
            </a:r>
          </a:p>
        </p:txBody>
      </p:sp>
      <p:sp>
        <p:nvSpPr>
          <p:cNvPr id="19" name="text-19">
            <a:extLst xmlns:a="http://schemas.openxmlformats.org/drawingml/2006/main">
              <a:ext uri="{FF2B5EF4-FFF2-40B4-BE49-F238E27FC236}">
                <a16:creationId xmlns:a16="http://schemas.microsoft.com/office/drawing/2014/main" id="{19D1E965-CF43-4243-9172-A308429B9DEF}"/>
              </a:ext>
            </a:extLst>
          </p:cNvPr>
          <p:cNvSpPr>
            <a:spLocks xmlns:a="http://schemas.openxmlformats.org/drawingml/2006/main" noGrp="1"/>
          </p:cNvSpPr>
          <p:nvPr/>
        </p:nvSpPr>
        <p:spPr>
          <a:xfrm xmlns:a="http://schemas.openxmlformats.org/drawingml/2006/main">
            <a:off x="7677150" y="1685925"/>
            <a:ext cx="1885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506577"/>
                </a:solidFill>
                <a:latin typeface="Malgun Gothic"/>
                <a:ea typeface="Malgun Gothic"/>
                <a:cs typeface="Malgun Gothic"/>
              </a:defRPr>
            </a:pPr>
            <a:r>
              <a:rPr sz="1725" b="1">
                <a:solidFill>
                  <a:srgbClr val="506577"/>
                </a:solidFill>
                <a:latin typeface="Malgun Gothic"/>
                <a:ea typeface="Malgun Gothic"/>
                <a:cs typeface="Malgun Gothic"/>
              </a:rPr>
              <a:t>04</a:t>
            </a:r>
          </a:p>
        </p:txBody>
      </p:sp>
      <p:sp>
        <p:nvSpPr>
          <p:cNvPr id="20" name="diagram-box-20">
            <a:extLst xmlns:a="http://schemas.openxmlformats.org/drawingml/2006/main">
              <a:ext uri="{FF2B5EF4-FFF2-40B4-BE49-F238E27FC236}">
                <a16:creationId xmlns:a16="http://schemas.microsoft.com/office/drawing/2014/main" id="{11169EDA-0963-409C-8F05-572552357970}"/>
              </a:ext>
            </a:extLst>
          </p:cNvPr>
          <p:cNvSpPr>
            <a:spLocks xmlns:a="http://schemas.openxmlformats.org/drawingml/2006/main" noGrp="1"/>
          </p:cNvSpPr>
          <p:nvPr/>
        </p:nvSpPr>
        <p:spPr>
          <a:xfrm xmlns:a="http://schemas.openxmlformats.org/drawingml/2006/main">
            <a:off x="7677150" y="2181225"/>
            <a:ext cx="1885950" cy="2143125"/>
          </a:xfrm>
          <a:prstGeom xmlns:a="http://schemas.openxmlformats.org/drawingml/2006/main" prst="rect">
            <a:avLst/>
          </a:prstGeom>
          <a:solidFill xmlns:a="http://schemas.openxmlformats.org/drawingml/2006/main">
            <a:srgbClr val="FFFFFF"/>
          </a:solidFill>
          <a:ln xmlns:a="http://schemas.openxmlformats.org/drawingml/2006/main" w="12383">
            <a:solidFill>
              <a:srgbClr val="B6C7D2"/>
            </a:solidFill>
          </a:ln>
        </p:spPr>
      </p:sp>
      <p:sp>
        <p:nvSpPr>
          <p:cNvPr id="21" name="line-21">
            <a:extLst xmlns:a="http://schemas.openxmlformats.org/drawingml/2006/main">
              <a:ext uri="{FF2B5EF4-FFF2-40B4-BE49-F238E27FC236}">
                <a16:creationId xmlns:a16="http://schemas.microsoft.com/office/drawing/2014/main" id="{FD31180D-7420-4B5B-A245-C633C7573F3A}"/>
              </a:ext>
            </a:extLst>
          </p:cNvPr>
          <p:cNvSpPr>
            <a:spLocks xmlns:a="http://schemas.openxmlformats.org/drawingml/2006/main" noGrp="1"/>
          </p:cNvSpPr>
          <p:nvPr/>
        </p:nvSpPr>
        <p:spPr>
          <a:xfrm xmlns:a="http://schemas.openxmlformats.org/drawingml/2006/main" flipH="0" flipV="0">
            <a:off x="7677150" y="2181225"/>
            <a:ext cx="1885950" cy="0"/>
          </a:xfrm>
          <a:prstGeom xmlns:a="http://schemas.openxmlformats.org/drawingml/2006/main" prst="line">
            <a:avLst/>
          </a:prstGeom>
          <a:noFill xmlns:a="http://schemas.openxmlformats.org/drawingml/2006/main"/>
          <a:ln xmlns:a="http://schemas.openxmlformats.org/drawingml/2006/main" w="38100">
            <a:solidFill>
              <a:srgbClr val="137D83"/>
            </a:solidFill>
          </a:ln>
        </p:spPr>
      </p:sp>
      <p:sp>
        <p:nvSpPr>
          <p:cNvPr id="22" name="text-22">
            <a:extLst xmlns:a="http://schemas.openxmlformats.org/drawingml/2006/main">
              <a:ext uri="{FF2B5EF4-FFF2-40B4-BE49-F238E27FC236}">
                <a16:creationId xmlns:a16="http://schemas.microsoft.com/office/drawing/2014/main" id="{B8ED4F0C-DF54-48DD-B3A5-AAEF99D2CDE4}"/>
              </a:ext>
            </a:extLst>
          </p:cNvPr>
          <p:cNvSpPr>
            <a:spLocks xmlns:a="http://schemas.openxmlformats.org/drawingml/2006/main" noGrp="1"/>
          </p:cNvSpPr>
          <p:nvPr/>
        </p:nvSpPr>
        <p:spPr>
          <a:xfrm xmlns:a="http://schemas.openxmlformats.org/drawingml/2006/main">
            <a:off x="7829550" y="2333625"/>
            <a:ext cx="1581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137D83"/>
                </a:solidFill>
                <a:latin typeface="Malgun Gothic"/>
                <a:ea typeface="Malgun Gothic"/>
                <a:cs typeface="Malgun Gothic"/>
              </a:defRPr>
            </a:pPr>
            <a:r>
              <a:rPr sz="2175" b="1">
                <a:solidFill>
                  <a:srgbClr val="137D83"/>
                </a:solidFill>
                <a:latin typeface="Malgun Gothic"/>
                <a:ea typeface="Malgun Gothic"/>
                <a:cs typeface="Malgun Gothic"/>
              </a:rPr>
              <a:t>개인 결과</a:t>
            </a:r>
          </a:p>
        </p:txBody>
      </p:sp>
      <p:sp>
        <p:nvSpPr>
          <p:cNvPr id="23" name="text-23">
            <a:extLst xmlns:a="http://schemas.openxmlformats.org/drawingml/2006/main">
              <a:ext uri="{FF2B5EF4-FFF2-40B4-BE49-F238E27FC236}">
                <a16:creationId xmlns:a16="http://schemas.microsoft.com/office/drawing/2014/main" id="{5D3BFEEE-03E6-4CBA-BB76-D6D8ECE46D1B}"/>
              </a:ext>
            </a:extLst>
          </p:cNvPr>
          <p:cNvSpPr>
            <a:spLocks xmlns:a="http://schemas.openxmlformats.org/drawingml/2006/main" noGrp="1"/>
          </p:cNvSpPr>
          <p:nvPr/>
        </p:nvSpPr>
        <p:spPr>
          <a:xfrm xmlns:a="http://schemas.openxmlformats.org/drawingml/2006/main">
            <a:off x="7820025" y="2924175"/>
            <a:ext cx="16002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업무, 시간, 근거</a:t>
            </a:r>
          </a:p>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개인 보고서</a:t>
            </a:r>
          </a:p>
        </p:txBody>
      </p:sp>
      <p:sp>
        <p:nvSpPr>
          <p:cNvPr id="24" name="text-24">
            <a:extLst xmlns:a="http://schemas.openxmlformats.org/drawingml/2006/main">
              <a:ext uri="{FF2B5EF4-FFF2-40B4-BE49-F238E27FC236}">
                <a16:creationId xmlns:a16="http://schemas.microsoft.com/office/drawing/2014/main" id="{821B9AE5-1341-4EC2-8610-FD0D80C8EEBF}"/>
              </a:ext>
            </a:extLst>
          </p:cNvPr>
          <p:cNvSpPr>
            <a:spLocks xmlns:a="http://schemas.openxmlformats.org/drawingml/2006/main" noGrp="1"/>
          </p:cNvSpPr>
          <p:nvPr/>
        </p:nvSpPr>
        <p:spPr>
          <a:xfrm xmlns:a="http://schemas.openxmlformats.org/drawingml/2006/main">
            <a:off x="9925050" y="1685925"/>
            <a:ext cx="1638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506577"/>
                </a:solidFill>
                <a:latin typeface="Malgun Gothic"/>
                <a:ea typeface="Malgun Gothic"/>
                <a:cs typeface="Malgun Gothic"/>
              </a:defRPr>
            </a:pPr>
            <a:r>
              <a:rPr sz="1725" b="1">
                <a:solidFill>
                  <a:srgbClr val="506577"/>
                </a:solidFill>
                <a:latin typeface="Malgun Gothic"/>
                <a:ea typeface="Malgun Gothic"/>
                <a:cs typeface="Malgun Gothic"/>
              </a:rPr>
              <a:t>05</a:t>
            </a:r>
          </a:p>
        </p:txBody>
      </p:sp>
      <p:sp>
        <p:nvSpPr>
          <p:cNvPr id="25" name="diagram-box-25">
            <a:extLst xmlns:a="http://schemas.openxmlformats.org/drawingml/2006/main">
              <a:ext uri="{FF2B5EF4-FFF2-40B4-BE49-F238E27FC236}">
                <a16:creationId xmlns:a16="http://schemas.microsoft.com/office/drawing/2014/main" id="{A558C539-C622-409D-BF1F-A49068CF862F}"/>
              </a:ext>
            </a:extLst>
          </p:cNvPr>
          <p:cNvSpPr>
            <a:spLocks xmlns:a="http://schemas.openxmlformats.org/drawingml/2006/main" noGrp="1"/>
          </p:cNvSpPr>
          <p:nvPr/>
        </p:nvSpPr>
        <p:spPr>
          <a:xfrm xmlns:a="http://schemas.openxmlformats.org/drawingml/2006/main">
            <a:off x="9925050" y="2181225"/>
            <a:ext cx="1638300" cy="2143125"/>
          </a:xfrm>
          <a:prstGeom xmlns:a="http://schemas.openxmlformats.org/drawingml/2006/main" prst="rect">
            <a:avLst/>
          </a:prstGeom>
          <a:solidFill xmlns:a="http://schemas.openxmlformats.org/drawingml/2006/main">
            <a:srgbClr val="FFFFFF"/>
          </a:solidFill>
          <a:ln xmlns:a="http://schemas.openxmlformats.org/drawingml/2006/main" w="12383">
            <a:solidFill>
              <a:srgbClr val="B6C7D2"/>
            </a:solidFill>
          </a:ln>
        </p:spPr>
      </p:sp>
      <p:sp>
        <p:nvSpPr>
          <p:cNvPr id="26" name="line-26">
            <a:extLst xmlns:a="http://schemas.openxmlformats.org/drawingml/2006/main">
              <a:ext uri="{FF2B5EF4-FFF2-40B4-BE49-F238E27FC236}">
                <a16:creationId xmlns:a16="http://schemas.microsoft.com/office/drawing/2014/main" id="{99B62877-3390-4E82-96C6-451563B8A538}"/>
              </a:ext>
            </a:extLst>
          </p:cNvPr>
          <p:cNvSpPr>
            <a:spLocks xmlns:a="http://schemas.openxmlformats.org/drawingml/2006/main" noGrp="1"/>
          </p:cNvSpPr>
          <p:nvPr/>
        </p:nvSpPr>
        <p:spPr>
          <a:xfrm xmlns:a="http://schemas.openxmlformats.org/drawingml/2006/main" flipH="0" flipV="0">
            <a:off x="9925050" y="2181225"/>
            <a:ext cx="1638300" cy="0"/>
          </a:xfrm>
          <a:prstGeom xmlns:a="http://schemas.openxmlformats.org/drawingml/2006/main" prst="line">
            <a:avLst/>
          </a:prstGeom>
          <a:noFill xmlns:a="http://schemas.openxmlformats.org/drawingml/2006/main"/>
          <a:ln xmlns:a="http://schemas.openxmlformats.org/drawingml/2006/main" w="38100">
            <a:solidFill>
              <a:srgbClr val="285880"/>
            </a:solidFill>
          </a:ln>
        </p:spPr>
      </p:sp>
      <p:sp>
        <p:nvSpPr>
          <p:cNvPr id="27" name="text-27">
            <a:extLst xmlns:a="http://schemas.openxmlformats.org/drawingml/2006/main">
              <a:ext uri="{FF2B5EF4-FFF2-40B4-BE49-F238E27FC236}">
                <a16:creationId xmlns:a16="http://schemas.microsoft.com/office/drawing/2014/main" id="{30CB119D-6377-417B-B37B-C7C75C0FC627}"/>
              </a:ext>
            </a:extLst>
          </p:cNvPr>
          <p:cNvSpPr>
            <a:spLocks xmlns:a="http://schemas.openxmlformats.org/drawingml/2006/main" noGrp="1"/>
          </p:cNvSpPr>
          <p:nvPr/>
        </p:nvSpPr>
        <p:spPr>
          <a:xfrm xmlns:a="http://schemas.openxmlformats.org/drawingml/2006/main">
            <a:off x="10077450" y="2333625"/>
            <a:ext cx="133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85880"/>
                </a:solidFill>
                <a:latin typeface="Malgun Gothic"/>
                <a:ea typeface="Malgun Gothic"/>
                <a:cs typeface="Malgun Gothic"/>
              </a:defRPr>
            </a:pPr>
            <a:r>
              <a:rPr sz="2175" b="1">
                <a:solidFill>
                  <a:srgbClr val="285880"/>
                </a:solidFill>
                <a:latin typeface="Malgun Gothic"/>
                <a:ea typeface="Malgun Gothic"/>
                <a:cs typeface="Malgun Gothic"/>
              </a:rPr>
              <a:t>팀 공유</a:t>
            </a:r>
          </a:p>
        </p:txBody>
      </p:sp>
      <p:sp>
        <p:nvSpPr>
          <p:cNvPr id="28" name="text-28">
            <a:extLst xmlns:a="http://schemas.openxmlformats.org/drawingml/2006/main">
              <a:ext uri="{FF2B5EF4-FFF2-40B4-BE49-F238E27FC236}">
                <a16:creationId xmlns:a16="http://schemas.microsoft.com/office/drawing/2014/main" id="{9EE7A49A-8E0C-4833-81B2-B70B6F45F87B}"/>
              </a:ext>
            </a:extLst>
          </p:cNvPr>
          <p:cNvSpPr>
            <a:spLocks xmlns:a="http://schemas.openxmlformats.org/drawingml/2006/main" noGrp="1"/>
          </p:cNvSpPr>
          <p:nvPr/>
        </p:nvSpPr>
        <p:spPr>
          <a:xfrm xmlns:a="http://schemas.openxmlformats.org/drawingml/2006/main">
            <a:off x="10067925" y="2924175"/>
            <a:ext cx="13525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설정 시 전달</a:t>
            </a:r>
          </a:p>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서버</a:t>
            </a:r>
          </a:p>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공유폴더</a:t>
            </a:r>
          </a:p>
        </p:txBody>
      </p:sp>
      <p:cxnSp>
        <p:nvCxnSpPr>
          <p:cNvPr id="66" name=""/>
          <p:cNvCxnSpPr>
            <a:stCxn xmlns:a="http://schemas.openxmlformats.org/drawingml/2006/main" id="5" idx="3"/>
            <a:endCxn xmlns:a="http://schemas.openxmlformats.org/drawingml/2006/main" id="10" idx="1"/>
          </p:cNvCxnSpPr>
          <p:nvPr/>
        </p:nvCxnSpPr>
        <p:spPr>
          <a:xfrm xmlns:a="http://schemas.openxmlformats.org/drawingml/2006/main">
            <a:off x="2419350" y="3252788"/>
            <a:ext cx="361950" cy="0"/>
          </a:xfrm>
          <a:prstGeom xmlns:a="http://schemas.openxmlformats.org/drawingml/2006/main" prst="straightConnector1">
            <a:avLst/>
          </a:prstGeom>
          <a:ln xmlns:a="http://schemas.openxmlformats.org/drawingml/2006/main" w="19050">
            <a:solidFill>
              <a:srgbClr val="506577"/>
            </a:solidFill>
            <a:tailEnd type="triangle" w="med" len="med"/>
          </a:ln>
        </p:spPr>
      </p:cxnSp>
      <p:cxnSp>
        <p:nvCxnSpPr>
          <p:cNvPr id="67" name=""/>
          <p:cNvCxnSpPr>
            <a:stCxn xmlns:a="http://schemas.openxmlformats.org/drawingml/2006/main" id="10" idx="3"/>
            <a:endCxn xmlns:a="http://schemas.openxmlformats.org/drawingml/2006/main" id="15" idx="1"/>
          </p:cNvCxnSpPr>
          <p:nvPr/>
        </p:nvCxnSpPr>
        <p:spPr>
          <a:xfrm xmlns:a="http://schemas.openxmlformats.org/drawingml/2006/main">
            <a:off x="4762500" y="3252788"/>
            <a:ext cx="361950" cy="0"/>
          </a:xfrm>
          <a:prstGeom xmlns:a="http://schemas.openxmlformats.org/drawingml/2006/main" prst="straightConnector1">
            <a:avLst/>
          </a:prstGeom>
          <a:ln xmlns:a="http://schemas.openxmlformats.org/drawingml/2006/main" w="19050">
            <a:solidFill>
              <a:srgbClr val="506577"/>
            </a:solidFill>
            <a:tailEnd type="triangle" w="med" len="med"/>
          </a:ln>
        </p:spPr>
      </p:cxnSp>
      <p:cxnSp>
        <p:nvCxnSpPr>
          <p:cNvPr id="68" name=""/>
          <p:cNvCxnSpPr>
            <a:stCxn xmlns:a="http://schemas.openxmlformats.org/drawingml/2006/main" id="15" idx="3"/>
            <a:endCxn xmlns:a="http://schemas.openxmlformats.org/drawingml/2006/main" id="20" idx="1"/>
          </p:cNvCxnSpPr>
          <p:nvPr/>
        </p:nvCxnSpPr>
        <p:spPr>
          <a:xfrm xmlns:a="http://schemas.openxmlformats.org/drawingml/2006/main">
            <a:off x="7315200" y="3252788"/>
            <a:ext cx="361950" cy="0"/>
          </a:xfrm>
          <a:prstGeom xmlns:a="http://schemas.openxmlformats.org/drawingml/2006/main" prst="straightConnector1">
            <a:avLst/>
          </a:prstGeom>
          <a:ln xmlns:a="http://schemas.openxmlformats.org/drawingml/2006/main" w="19050">
            <a:solidFill>
              <a:srgbClr val="506577"/>
            </a:solidFill>
            <a:tailEnd type="triangle" w="med" len="med"/>
          </a:ln>
        </p:spPr>
      </p:cxnSp>
      <p:cxnSp>
        <p:nvCxnSpPr>
          <p:cNvPr id="69" name=""/>
          <p:cNvCxnSpPr>
            <a:stCxn xmlns:a="http://schemas.openxmlformats.org/drawingml/2006/main" id="20" idx="3"/>
            <a:endCxn xmlns:a="http://schemas.openxmlformats.org/drawingml/2006/main" id="25" idx="1"/>
          </p:cNvCxnSpPr>
          <p:nvPr/>
        </p:nvCxnSpPr>
        <p:spPr>
          <a:xfrm xmlns:a="http://schemas.openxmlformats.org/drawingml/2006/main">
            <a:off x="9563100" y="3252788"/>
            <a:ext cx="361950" cy="0"/>
          </a:xfrm>
          <a:prstGeom xmlns:a="http://schemas.openxmlformats.org/drawingml/2006/main" prst="straightConnector1">
            <a:avLst/>
          </a:prstGeom>
          <a:ln xmlns:a="http://schemas.openxmlformats.org/drawingml/2006/main" w="19050">
            <a:solidFill>
              <a:srgbClr val="506577"/>
            </a:solidFill>
            <a:tailEnd type="triangle" w="med" len="med"/>
          </a:ln>
        </p:spPr>
      </p:cxnSp>
      <p:sp>
        <p:nvSpPr>
          <p:cNvPr id="33" name="line-29">
            <a:extLst xmlns:a="http://schemas.openxmlformats.org/drawingml/2006/main">
              <a:ext uri="{FF2B5EF4-FFF2-40B4-BE49-F238E27FC236}">
                <a16:creationId xmlns:a16="http://schemas.microsoft.com/office/drawing/2014/main" id="{864EDD8E-C861-4EC8-963C-B291257995A3}"/>
              </a:ext>
            </a:extLst>
          </p:cNvPr>
          <p:cNvSpPr>
            <a:spLocks xmlns:a="http://schemas.openxmlformats.org/drawingml/2006/main" noGrp="1"/>
          </p:cNvSpPr>
          <p:nvPr/>
        </p:nvSpPr>
        <p:spPr>
          <a:xfrm xmlns:a="http://schemas.openxmlformats.org/drawingml/2006/main" flipH="0" flipV="0">
            <a:off x="2781300" y="4772025"/>
            <a:ext cx="6781800" cy="0"/>
          </a:xfrm>
          <a:prstGeom xmlns:a="http://schemas.openxmlformats.org/drawingml/2006/main" prst="line">
            <a:avLst/>
          </a:prstGeom>
          <a:noFill xmlns:a="http://schemas.openxmlformats.org/drawingml/2006/main"/>
          <a:ln xmlns:a="http://schemas.openxmlformats.org/drawingml/2006/main" w="19050">
            <a:solidFill>
              <a:srgbClr val="137D83"/>
            </a:solidFill>
          </a:ln>
        </p:spPr>
      </p:sp>
      <p:sp>
        <p:nvSpPr>
          <p:cNvPr id="34" name="line-30">
            <a:extLst xmlns:a="http://schemas.openxmlformats.org/drawingml/2006/main">
              <a:ext uri="{FF2B5EF4-FFF2-40B4-BE49-F238E27FC236}">
                <a16:creationId xmlns:a16="http://schemas.microsoft.com/office/drawing/2014/main" id="{E5B519FD-2302-41B0-83D8-A9808A0F52A5}"/>
              </a:ext>
            </a:extLst>
          </p:cNvPr>
          <p:cNvSpPr>
            <a:spLocks xmlns:a="http://schemas.openxmlformats.org/drawingml/2006/main" noGrp="1"/>
          </p:cNvSpPr>
          <p:nvPr/>
        </p:nvSpPr>
        <p:spPr>
          <a:xfrm xmlns:a="http://schemas.openxmlformats.org/drawingml/2006/main" flipH="0" flipV="0">
            <a:off x="2781300" y="4657725"/>
            <a:ext cx="0" cy="114300"/>
          </a:xfrm>
          <a:prstGeom xmlns:a="http://schemas.openxmlformats.org/drawingml/2006/main" prst="line">
            <a:avLst/>
          </a:prstGeom>
          <a:noFill xmlns:a="http://schemas.openxmlformats.org/drawingml/2006/main"/>
          <a:ln xmlns:a="http://schemas.openxmlformats.org/drawingml/2006/main" w="19050">
            <a:solidFill>
              <a:srgbClr val="137D83"/>
            </a:solidFill>
          </a:ln>
        </p:spPr>
      </p:sp>
      <p:sp>
        <p:nvSpPr>
          <p:cNvPr id="35" name="line-31">
            <a:extLst xmlns:a="http://schemas.openxmlformats.org/drawingml/2006/main">
              <a:ext uri="{FF2B5EF4-FFF2-40B4-BE49-F238E27FC236}">
                <a16:creationId xmlns:a16="http://schemas.microsoft.com/office/drawing/2014/main" id="{B3D3CA39-7EA9-40C1-82B8-997AFE065279}"/>
              </a:ext>
            </a:extLst>
          </p:cNvPr>
          <p:cNvSpPr>
            <a:spLocks xmlns:a="http://schemas.openxmlformats.org/drawingml/2006/main" noGrp="1"/>
          </p:cNvSpPr>
          <p:nvPr/>
        </p:nvSpPr>
        <p:spPr>
          <a:xfrm xmlns:a="http://schemas.openxmlformats.org/drawingml/2006/main" flipH="0" flipV="0">
            <a:off x="9563100" y="4657725"/>
            <a:ext cx="0" cy="114300"/>
          </a:xfrm>
          <a:prstGeom xmlns:a="http://schemas.openxmlformats.org/drawingml/2006/main" prst="line">
            <a:avLst/>
          </a:prstGeom>
          <a:noFill xmlns:a="http://schemas.openxmlformats.org/drawingml/2006/main"/>
          <a:ln xmlns:a="http://schemas.openxmlformats.org/drawingml/2006/main" w="19050">
            <a:solidFill>
              <a:srgbClr val="137D83"/>
            </a:solidFill>
          </a:ln>
        </p:spPr>
      </p:sp>
      <p:sp>
        <p:nvSpPr>
          <p:cNvPr id="36" name="text-32">
            <a:extLst xmlns:a="http://schemas.openxmlformats.org/drawingml/2006/main">
              <a:ext uri="{FF2B5EF4-FFF2-40B4-BE49-F238E27FC236}">
                <a16:creationId xmlns:a16="http://schemas.microsoft.com/office/drawing/2014/main" id="{3B2BB9A5-60B7-4F47-A3E1-3215ECFF78D6}"/>
              </a:ext>
            </a:extLst>
          </p:cNvPr>
          <p:cNvSpPr>
            <a:spLocks xmlns:a="http://schemas.openxmlformats.org/drawingml/2006/main" noGrp="1"/>
          </p:cNvSpPr>
          <p:nvPr/>
        </p:nvSpPr>
        <p:spPr>
          <a:xfrm xmlns:a="http://schemas.openxmlformats.org/drawingml/2006/main">
            <a:off x="2781300" y="4943475"/>
            <a:ext cx="6781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1">
                <a:solidFill>
                  <a:srgbClr val="137D83"/>
                </a:solidFill>
                <a:latin typeface="Malgun Gothic"/>
                <a:ea typeface="Malgun Gothic"/>
                <a:cs typeface="Malgun Gothic"/>
              </a:defRPr>
            </a:pPr>
            <a:r>
              <a:rPr sz="2100" b="1">
                <a:solidFill>
                  <a:srgbClr val="137D83"/>
                </a:solidFill>
                <a:latin typeface="Malgun Gothic"/>
                <a:ea typeface="Malgun Gothic"/>
                <a:cs typeface="Malgun Gothic"/>
              </a:rPr>
              <a:t>개인 PC에 원자료와 결과 보관</a:t>
            </a:r>
          </a:p>
        </p:txBody>
      </p:sp>
      <p:sp>
        <p:nvSpPr>
          <p:cNvPr id="37" name="text-33">
            <a:extLst xmlns:a="http://schemas.openxmlformats.org/drawingml/2006/main">
              <a:ext uri="{FF2B5EF4-FFF2-40B4-BE49-F238E27FC236}">
                <a16:creationId xmlns:a16="http://schemas.microsoft.com/office/drawing/2014/main" id="{65FDCDB9-FD0C-4A74-9ABD-B5A3D17CA426}"/>
              </a:ext>
            </a:extLst>
          </p:cNvPr>
          <p:cNvSpPr>
            <a:spLocks xmlns:a="http://schemas.openxmlformats.org/drawingml/2006/main" noGrp="1"/>
          </p:cNvSpPr>
          <p:nvPr/>
        </p:nvSpPr>
        <p:spPr>
          <a:xfrm xmlns:a="http://schemas.openxmlformats.org/drawingml/2006/main">
            <a:off x="2781300" y="5410200"/>
            <a:ext cx="678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06577"/>
                </a:solidFill>
                <a:latin typeface="Malgun Gothic"/>
                <a:ea typeface="Malgun Gothic"/>
                <a:cs typeface="Malgun Gothic"/>
              </a:defRPr>
            </a:pPr>
            <a:r>
              <a:rPr sz="1800" b="0">
                <a:solidFill>
                  <a:srgbClr val="506577"/>
                </a:solidFill>
                <a:latin typeface="Malgun Gothic"/>
                <a:ea typeface="Malgun Gothic"/>
                <a:cs typeface="Malgun Gothic"/>
              </a:rPr>
              <a:t>신호 선별과 시간 산정은 각각 처리</a:t>
            </a:r>
          </a:p>
        </p:txBody>
      </p:sp>
    </p:spTree>
    <p:extLst>
      <p:ext uri="{BB962C8B-B14F-4D97-AF65-F5344CB8AC3E}">
        <p14:creationId xmlns:p14="http://schemas.microsoft.com/office/powerpoint/2010/main" val="16096927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text-34">
            <a:extLst xmlns:a="http://schemas.openxmlformats.org/drawingml/2006/main">
              <a:ext uri="{FF2B5EF4-FFF2-40B4-BE49-F238E27FC236}">
                <a16:creationId xmlns:a16="http://schemas.microsoft.com/office/drawing/2014/main" id="{A2E9CEE3-AC2F-48A1-BB11-A682C817D2F4}"/>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173449"/>
                </a:solidFill>
                <a:latin typeface="Malgun Gothic"/>
                <a:ea typeface="Malgun Gothic"/>
                <a:cs typeface="Malgun Gothic"/>
              </a:defRPr>
            </a:pPr>
            <a:r>
              <a:rPr sz="3300" b="1">
                <a:solidFill>
                  <a:srgbClr val="173449"/>
                </a:solidFill>
                <a:latin typeface="Malgun Gothic"/>
                <a:ea typeface="Malgun Gothic"/>
                <a:cs typeface="Malgun Gothic"/>
              </a:rPr>
              <a:t>실행 위치와 연결</a:t>
            </a:r>
          </a:p>
        </p:txBody>
      </p:sp>
      <p:sp>
        <p:nvSpPr>
          <p:cNvPr id="2" name="text-35">
            <a:extLst xmlns:a="http://schemas.openxmlformats.org/drawingml/2006/main">
              <a:ext uri="{FF2B5EF4-FFF2-40B4-BE49-F238E27FC236}">
                <a16:creationId xmlns:a16="http://schemas.microsoft.com/office/drawing/2014/main" id="{3C09A10B-FD2D-4E39-8A03-77FEDCD535E5}"/>
              </a:ext>
            </a:extLst>
          </p:cNvPr>
          <p:cNvSpPr>
            <a:spLocks xmlns:a="http://schemas.openxmlformats.org/drawingml/2006/main" noGrp="1"/>
          </p:cNvSpPr>
          <p:nvPr/>
        </p:nvSpPr>
        <p:spPr>
          <a:xfrm xmlns:a="http://schemas.openxmlformats.org/drawingml/2006/main">
            <a:off x="609600" y="6410325"/>
            <a:ext cx="7810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506577"/>
                </a:solidFill>
                <a:latin typeface="Malgun Gothic"/>
                <a:ea typeface="Malgun Gothic"/>
                <a:cs typeface="Malgun Gothic"/>
              </a:defRPr>
            </a:pPr>
            <a:r>
              <a:rPr sz="1350" b="0">
                <a:solidFill>
                  <a:srgbClr val="506577"/>
                </a:solidFill>
                <a:latin typeface="Malgun Gothic"/>
                <a:ea typeface="Malgun Gothic"/>
                <a:cs typeface="Malgun Gothic"/>
              </a:rPr>
              <a:t>로드모니터 LM24 v24.0.18</a:t>
            </a:r>
          </a:p>
        </p:txBody>
      </p:sp>
      <p:sp>
        <p:nvSpPr>
          <p:cNvPr id="3" name="text-36">
            <a:extLst xmlns:a="http://schemas.openxmlformats.org/drawingml/2006/main">
              <a:ext uri="{FF2B5EF4-FFF2-40B4-BE49-F238E27FC236}">
                <a16:creationId xmlns:a16="http://schemas.microsoft.com/office/drawing/2014/main" id="{5629DA95-FCD4-4B61-A556-4C88547DE4D3}"/>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00" b="0">
                <a:solidFill>
                  <a:srgbClr val="506577"/>
                </a:solidFill>
                <a:latin typeface="Malgun Gothic"/>
                <a:ea typeface="Malgun Gothic"/>
                <a:cs typeface="Malgun Gothic"/>
              </a:defRPr>
            </a:pPr>
            <a:r>
              <a:rPr sz="1500" b="0">
                <a:solidFill>
                  <a:srgbClr val="506577"/>
                </a:solidFill>
                <a:latin typeface="Malgun Gothic"/>
                <a:ea typeface="Malgun Gothic"/>
                <a:cs typeface="Malgun Gothic"/>
              </a:rPr>
              <a:t>02</a:t>
            </a:r>
          </a:p>
        </p:txBody>
      </p:sp>
      <p:sp>
        <p:nvSpPr>
          <p:cNvPr id="4" name="diagram-box-37">
            <a:extLst xmlns:a="http://schemas.openxmlformats.org/drawingml/2006/main">
              <a:ext uri="{FF2B5EF4-FFF2-40B4-BE49-F238E27FC236}">
                <a16:creationId xmlns:a16="http://schemas.microsoft.com/office/drawing/2014/main" id="{7A78EF74-B1C3-449C-BF46-764CA26E1B96}"/>
              </a:ext>
            </a:extLst>
          </p:cNvPr>
          <p:cNvSpPr>
            <a:spLocks xmlns:a="http://schemas.openxmlformats.org/drawingml/2006/main" noGrp="1"/>
          </p:cNvSpPr>
          <p:nvPr/>
        </p:nvSpPr>
        <p:spPr>
          <a:xfrm xmlns:a="http://schemas.openxmlformats.org/drawingml/2006/main">
            <a:off x="609600" y="2019300"/>
            <a:ext cx="2667000" cy="2743200"/>
          </a:xfrm>
          <a:prstGeom xmlns:a="http://schemas.openxmlformats.org/drawingml/2006/main" prst="rect">
            <a:avLst/>
          </a:prstGeom>
          <a:solidFill xmlns:a="http://schemas.openxmlformats.org/drawingml/2006/main">
            <a:srgbClr val="FFFFFF"/>
          </a:solidFill>
          <a:ln xmlns:a="http://schemas.openxmlformats.org/drawingml/2006/main" w="12383">
            <a:solidFill>
              <a:srgbClr val="B6C7D2"/>
            </a:solidFill>
          </a:ln>
        </p:spPr>
      </p:sp>
      <p:sp>
        <p:nvSpPr>
          <p:cNvPr id="5" name="line-38">
            <a:extLst xmlns:a="http://schemas.openxmlformats.org/drawingml/2006/main">
              <a:ext uri="{FF2B5EF4-FFF2-40B4-BE49-F238E27FC236}">
                <a16:creationId xmlns:a16="http://schemas.microsoft.com/office/drawing/2014/main" id="{467B3CE4-16D5-4C54-A2DB-9D8F6672BFAA}"/>
              </a:ext>
            </a:extLst>
          </p:cNvPr>
          <p:cNvSpPr>
            <a:spLocks xmlns:a="http://schemas.openxmlformats.org/drawingml/2006/main" noGrp="1"/>
          </p:cNvSpPr>
          <p:nvPr/>
        </p:nvSpPr>
        <p:spPr>
          <a:xfrm xmlns:a="http://schemas.openxmlformats.org/drawingml/2006/main" flipH="0" flipV="0">
            <a:off x="609600" y="2019300"/>
            <a:ext cx="2667000" cy="0"/>
          </a:xfrm>
          <a:prstGeom xmlns:a="http://schemas.openxmlformats.org/drawingml/2006/main" prst="line">
            <a:avLst/>
          </a:prstGeom>
          <a:noFill xmlns:a="http://schemas.openxmlformats.org/drawingml/2006/main"/>
          <a:ln xmlns:a="http://schemas.openxmlformats.org/drawingml/2006/main" w="38100">
            <a:solidFill>
              <a:srgbClr val="285880"/>
            </a:solidFill>
          </a:ln>
        </p:spPr>
      </p:sp>
      <p:sp>
        <p:nvSpPr>
          <p:cNvPr id="6" name="text-39">
            <a:extLst xmlns:a="http://schemas.openxmlformats.org/drawingml/2006/main">
              <a:ext uri="{FF2B5EF4-FFF2-40B4-BE49-F238E27FC236}">
                <a16:creationId xmlns:a16="http://schemas.microsoft.com/office/drawing/2014/main" id="{0E4FEFE7-9F69-423E-9B69-2E4DE2459904}"/>
              </a:ext>
            </a:extLst>
          </p:cNvPr>
          <p:cNvSpPr>
            <a:spLocks xmlns:a="http://schemas.openxmlformats.org/drawingml/2006/main" noGrp="1"/>
          </p:cNvSpPr>
          <p:nvPr/>
        </p:nvSpPr>
        <p:spPr>
          <a:xfrm xmlns:a="http://schemas.openxmlformats.org/drawingml/2006/main">
            <a:off x="762000" y="2171700"/>
            <a:ext cx="236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85880"/>
                </a:solidFill>
                <a:latin typeface="Malgun Gothic"/>
                <a:ea typeface="Malgun Gothic"/>
                <a:cs typeface="Malgun Gothic"/>
              </a:defRPr>
            </a:pPr>
            <a:r>
              <a:rPr sz="2175" b="1">
                <a:solidFill>
                  <a:srgbClr val="285880"/>
                </a:solidFill>
                <a:latin typeface="Malgun Gothic"/>
                <a:ea typeface="Malgun Gothic"/>
                <a:cs typeface="Malgun Gothic"/>
              </a:rPr>
              <a:t>Microsoft 365</a:t>
            </a:r>
          </a:p>
        </p:txBody>
      </p:sp>
      <p:sp>
        <p:nvSpPr>
          <p:cNvPr id="7" name="text-40">
            <a:extLst xmlns:a="http://schemas.openxmlformats.org/drawingml/2006/main">
              <a:ext uri="{FF2B5EF4-FFF2-40B4-BE49-F238E27FC236}">
                <a16:creationId xmlns:a16="http://schemas.microsoft.com/office/drawing/2014/main" id="{AB78698E-5352-4415-BCFA-5B148BB2C8AC}"/>
              </a:ext>
            </a:extLst>
          </p:cNvPr>
          <p:cNvSpPr>
            <a:spLocks xmlns:a="http://schemas.openxmlformats.org/drawingml/2006/main" noGrp="1"/>
          </p:cNvSpPr>
          <p:nvPr/>
        </p:nvSpPr>
        <p:spPr>
          <a:xfrm xmlns:a="http://schemas.openxmlformats.org/drawingml/2006/main">
            <a:off x="752475" y="2762250"/>
            <a:ext cx="238125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Outlook 웹</a:t>
            </a:r>
          </a:p>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Teams 웹</a:t>
            </a:r>
          </a:p>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Copilot 웹</a:t>
            </a:r>
          </a:p>
        </p:txBody>
      </p:sp>
      <p:sp>
        <p:nvSpPr>
          <p:cNvPr id="8" name="diagram-box-41">
            <a:extLst xmlns:a="http://schemas.openxmlformats.org/drawingml/2006/main">
              <a:ext uri="{FF2B5EF4-FFF2-40B4-BE49-F238E27FC236}">
                <a16:creationId xmlns:a16="http://schemas.microsoft.com/office/drawing/2014/main" id="{1847939A-125E-4EBD-B47C-87A2815B0B25}"/>
              </a:ext>
            </a:extLst>
          </p:cNvPr>
          <p:cNvSpPr>
            <a:spLocks xmlns:a="http://schemas.openxmlformats.org/drawingml/2006/main" noGrp="1"/>
          </p:cNvSpPr>
          <p:nvPr/>
        </p:nvSpPr>
        <p:spPr>
          <a:xfrm xmlns:a="http://schemas.openxmlformats.org/drawingml/2006/main">
            <a:off x="4419600" y="2019300"/>
            <a:ext cx="3276600" cy="2743200"/>
          </a:xfrm>
          <a:prstGeom xmlns:a="http://schemas.openxmlformats.org/drawingml/2006/main" prst="rect">
            <a:avLst/>
          </a:prstGeom>
          <a:solidFill xmlns:a="http://schemas.openxmlformats.org/drawingml/2006/main">
            <a:srgbClr val="FFFFFF"/>
          </a:solidFill>
          <a:ln xmlns:a="http://schemas.openxmlformats.org/drawingml/2006/main" w="12383">
            <a:solidFill>
              <a:srgbClr val="B6C7D2"/>
            </a:solidFill>
          </a:ln>
        </p:spPr>
      </p:sp>
      <p:sp>
        <p:nvSpPr>
          <p:cNvPr id="9" name="line-42">
            <a:extLst xmlns:a="http://schemas.openxmlformats.org/drawingml/2006/main">
              <a:ext uri="{FF2B5EF4-FFF2-40B4-BE49-F238E27FC236}">
                <a16:creationId xmlns:a16="http://schemas.microsoft.com/office/drawing/2014/main" id="{FB982910-E040-46F6-B76B-55E6E4FFE7FA}"/>
              </a:ext>
            </a:extLst>
          </p:cNvPr>
          <p:cNvSpPr>
            <a:spLocks xmlns:a="http://schemas.openxmlformats.org/drawingml/2006/main" noGrp="1"/>
          </p:cNvSpPr>
          <p:nvPr/>
        </p:nvSpPr>
        <p:spPr>
          <a:xfrm xmlns:a="http://schemas.openxmlformats.org/drawingml/2006/main" flipH="0" flipV="0">
            <a:off x="4419600" y="2019300"/>
            <a:ext cx="3276600" cy="0"/>
          </a:xfrm>
          <a:prstGeom xmlns:a="http://schemas.openxmlformats.org/drawingml/2006/main" prst="line">
            <a:avLst/>
          </a:prstGeom>
          <a:noFill xmlns:a="http://schemas.openxmlformats.org/drawingml/2006/main"/>
          <a:ln xmlns:a="http://schemas.openxmlformats.org/drawingml/2006/main" w="38100">
            <a:solidFill>
              <a:srgbClr val="137D83"/>
            </a:solidFill>
          </a:ln>
        </p:spPr>
      </p:sp>
      <p:sp>
        <p:nvSpPr>
          <p:cNvPr id="10" name="text-43">
            <a:extLst xmlns:a="http://schemas.openxmlformats.org/drawingml/2006/main">
              <a:ext uri="{FF2B5EF4-FFF2-40B4-BE49-F238E27FC236}">
                <a16:creationId xmlns:a16="http://schemas.microsoft.com/office/drawing/2014/main" id="{8480CE1C-A867-4D44-A2AE-0AA431B3FD05}"/>
              </a:ext>
            </a:extLst>
          </p:cNvPr>
          <p:cNvSpPr>
            <a:spLocks xmlns:a="http://schemas.openxmlformats.org/drawingml/2006/main" noGrp="1"/>
          </p:cNvSpPr>
          <p:nvPr/>
        </p:nvSpPr>
        <p:spPr>
          <a:xfrm xmlns:a="http://schemas.openxmlformats.org/drawingml/2006/main">
            <a:off x="4572000" y="2171700"/>
            <a:ext cx="2971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137D83"/>
                </a:solidFill>
                <a:latin typeface="Malgun Gothic"/>
                <a:ea typeface="Malgun Gothic"/>
                <a:cs typeface="Malgun Gothic"/>
              </a:defRPr>
            </a:pPr>
            <a:r>
              <a:rPr sz="2175" b="1">
                <a:solidFill>
                  <a:srgbClr val="137D83"/>
                </a:solidFill>
                <a:latin typeface="Malgun Gothic"/>
                <a:ea typeface="Malgun Gothic"/>
                <a:cs typeface="Malgun Gothic"/>
              </a:rPr>
              <a:t>개인 Windows PC</a:t>
            </a:r>
          </a:p>
        </p:txBody>
      </p:sp>
      <p:sp>
        <p:nvSpPr>
          <p:cNvPr id="11" name="text-44">
            <a:extLst xmlns:a="http://schemas.openxmlformats.org/drawingml/2006/main">
              <a:ext uri="{FF2B5EF4-FFF2-40B4-BE49-F238E27FC236}">
                <a16:creationId xmlns:a16="http://schemas.microsoft.com/office/drawing/2014/main" id="{F417F7DD-53C7-433B-B61C-7736AB82ECCA}"/>
              </a:ext>
            </a:extLst>
          </p:cNvPr>
          <p:cNvSpPr>
            <a:spLocks xmlns:a="http://schemas.openxmlformats.org/drawingml/2006/main" noGrp="1"/>
          </p:cNvSpPr>
          <p:nvPr/>
        </p:nvSpPr>
        <p:spPr>
          <a:xfrm xmlns:a="http://schemas.openxmlformats.org/drawingml/2006/main">
            <a:off x="4562475" y="2762250"/>
            <a:ext cx="299085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Outlook / Teams 앱</a:t>
            </a:r>
          </a:p>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LM24 수집기와 분석</a:t>
            </a:r>
          </a:p>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전용 Edge</a:t>
            </a:r>
          </a:p>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원자료와 개인 결과</a:t>
            </a:r>
          </a:p>
        </p:txBody>
      </p:sp>
      <p:sp>
        <p:nvSpPr>
          <p:cNvPr id="12" name="diagram-box-45">
            <a:extLst xmlns:a="http://schemas.openxmlformats.org/drawingml/2006/main">
              <a:ext uri="{FF2B5EF4-FFF2-40B4-BE49-F238E27FC236}">
                <a16:creationId xmlns:a16="http://schemas.microsoft.com/office/drawing/2014/main" id="{869856B1-9B00-4A95-BEC9-F355700B05B0}"/>
              </a:ext>
            </a:extLst>
          </p:cNvPr>
          <p:cNvSpPr>
            <a:spLocks xmlns:a="http://schemas.openxmlformats.org/drawingml/2006/main" noGrp="1"/>
          </p:cNvSpPr>
          <p:nvPr/>
        </p:nvSpPr>
        <p:spPr>
          <a:xfrm xmlns:a="http://schemas.openxmlformats.org/drawingml/2006/main">
            <a:off x="8839200" y="2019300"/>
            <a:ext cx="2724150" cy="2743200"/>
          </a:xfrm>
          <a:prstGeom xmlns:a="http://schemas.openxmlformats.org/drawingml/2006/main" prst="rect">
            <a:avLst/>
          </a:prstGeom>
          <a:solidFill xmlns:a="http://schemas.openxmlformats.org/drawingml/2006/main">
            <a:srgbClr val="FFFFFF"/>
          </a:solidFill>
          <a:ln xmlns:a="http://schemas.openxmlformats.org/drawingml/2006/main" w="12383">
            <a:solidFill>
              <a:srgbClr val="B6C7D2"/>
            </a:solidFill>
          </a:ln>
        </p:spPr>
      </p:sp>
      <p:sp>
        <p:nvSpPr>
          <p:cNvPr id="13" name="line-46">
            <a:extLst xmlns:a="http://schemas.openxmlformats.org/drawingml/2006/main">
              <a:ext uri="{FF2B5EF4-FFF2-40B4-BE49-F238E27FC236}">
                <a16:creationId xmlns:a16="http://schemas.microsoft.com/office/drawing/2014/main" id="{9C421427-AC0A-4683-8582-515966F03D20}"/>
              </a:ext>
            </a:extLst>
          </p:cNvPr>
          <p:cNvSpPr>
            <a:spLocks xmlns:a="http://schemas.openxmlformats.org/drawingml/2006/main" noGrp="1"/>
          </p:cNvSpPr>
          <p:nvPr/>
        </p:nvSpPr>
        <p:spPr>
          <a:xfrm xmlns:a="http://schemas.openxmlformats.org/drawingml/2006/main" flipH="0" flipV="0">
            <a:off x="8839200" y="2019300"/>
            <a:ext cx="2724150" cy="0"/>
          </a:xfrm>
          <a:prstGeom xmlns:a="http://schemas.openxmlformats.org/drawingml/2006/main" prst="line">
            <a:avLst/>
          </a:prstGeom>
          <a:noFill xmlns:a="http://schemas.openxmlformats.org/drawingml/2006/main"/>
          <a:ln xmlns:a="http://schemas.openxmlformats.org/drawingml/2006/main" w="38100">
            <a:solidFill>
              <a:srgbClr val="285880"/>
            </a:solidFill>
          </a:ln>
        </p:spPr>
      </p:sp>
      <p:sp>
        <p:nvSpPr>
          <p:cNvPr id="14" name="text-47">
            <a:extLst xmlns:a="http://schemas.openxmlformats.org/drawingml/2006/main">
              <a:ext uri="{FF2B5EF4-FFF2-40B4-BE49-F238E27FC236}">
                <a16:creationId xmlns:a16="http://schemas.microsoft.com/office/drawing/2014/main" id="{B412FB71-8991-4A3A-B213-A5D7DDAC4B04}"/>
              </a:ext>
            </a:extLst>
          </p:cNvPr>
          <p:cNvSpPr>
            <a:spLocks xmlns:a="http://schemas.openxmlformats.org/drawingml/2006/main" noGrp="1"/>
          </p:cNvSpPr>
          <p:nvPr/>
        </p:nvSpPr>
        <p:spPr>
          <a:xfrm xmlns:a="http://schemas.openxmlformats.org/drawingml/2006/main">
            <a:off x="8991600" y="2171700"/>
            <a:ext cx="2419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285880"/>
                </a:solidFill>
                <a:latin typeface="Malgun Gothic"/>
                <a:ea typeface="Malgun Gothic"/>
                <a:cs typeface="Malgun Gothic"/>
              </a:defRPr>
            </a:pPr>
            <a:r>
              <a:rPr sz="2175" b="1">
                <a:solidFill>
                  <a:srgbClr val="285880"/>
                </a:solidFill>
                <a:latin typeface="Malgun Gothic"/>
                <a:ea typeface="Malgun Gothic"/>
                <a:cs typeface="Malgun Gothic"/>
              </a:rPr>
              <a:t>팀 환경</a:t>
            </a:r>
          </a:p>
        </p:txBody>
      </p:sp>
      <p:sp>
        <p:nvSpPr>
          <p:cNvPr id="15" name="text-48">
            <a:extLst xmlns:a="http://schemas.openxmlformats.org/drawingml/2006/main">
              <a:ext uri="{FF2B5EF4-FFF2-40B4-BE49-F238E27FC236}">
                <a16:creationId xmlns:a16="http://schemas.microsoft.com/office/drawing/2014/main" id="{933E8B51-EB21-4833-B9A6-6B97C760BE2E}"/>
              </a:ext>
            </a:extLst>
          </p:cNvPr>
          <p:cNvSpPr>
            <a:spLocks xmlns:a="http://schemas.openxmlformats.org/drawingml/2006/main" noGrp="1"/>
          </p:cNvSpPr>
          <p:nvPr/>
        </p:nvSpPr>
        <p:spPr>
          <a:xfrm xmlns:a="http://schemas.openxmlformats.org/drawingml/2006/main">
            <a:off x="8982075" y="2762250"/>
            <a:ext cx="24384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HTTP 수신 서버</a:t>
            </a:r>
          </a:p>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공유폴더와 팀 집계</a:t>
            </a:r>
          </a:p>
          <a:p xmlns:a="http://schemas.openxmlformats.org/drawingml/2006/main">
            <a:pPr algn="ctr">
              <a:defRPr sz="1800" b="0">
                <a:solidFill>
                  <a:srgbClr val="173449"/>
                </a:solidFill>
                <a:latin typeface="Malgun Gothic"/>
                <a:ea typeface="Malgun Gothic"/>
                <a:cs typeface="Malgun Gothic"/>
              </a:defRPr>
            </a:pPr>
            <a:r>
              <a:rPr sz="1800" b="0">
                <a:solidFill>
                  <a:srgbClr val="173449"/>
                </a:solidFill>
                <a:latin typeface="Malgun Gothic"/>
                <a:ea typeface="Malgun Gothic"/>
                <a:cs typeface="Malgun Gothic"/>
              </a:rPr>
              <a:t>팀 AI 실행 PC(선택)</a:t>
            </a:r>
          </a:p>
        </p:txBody>
      </p:sp>
      <p:cxnSp>
        <p:nvCxnSpPr>
          <p:cNvPr id="61" name=""/>
          <p:cNvCxnSpPr>
            <a:stCxn xmlns:a="http://schemas.openxmlformats.org/drawingml/2006/main" id="4" idx="3"/>
            <a:endCxn xmlns:a="http://schemas.openxmlformats.org/drawingml/2006/main" id="8" idx="1"/>
          </p:cNvCxnSpPr>
          <p:nvPr/>
        </p:nvCxnSpPr>
        <p:spPr>
          <a:xfrm xmlns:a="http://schemas.openxmlformats.org/drawingml/2006/main">
            <a:off x="3276600" y="3390900"/>
            <a:ext cx="1143000" cy="0"/>
          </a:xfrm>
          <a:prstGeom xmlns:a="http://schemas.openxmlformats.org/drawingml/2006/main" prst="straightConnector1">
            <a:avLst/>
          </a:prstGeom>
          <a:ln xmlns:a="http://schemas.openxmlformats.org/drawingml/2006/main" w="19050">
            <a:solidFill>
              <a:srgbClr val="506577"/>
            </a:solidFill>
            <a:headEnd type="triangle" w="med" len="med"/>
            <a:tailEnd type="triangle" w="med" len="med"/>
          </a:ln>
        </p:spPr>
      </p:cxnSp>
      <p:cxnSp>
        <p:nvCxnSpPr>
          <p:cNvPr id="62" name=""/>
          <p:cNvCxnSpPr>
            <a:stCxn xmlns:a="http://schemas.openxmlformats.org/drawingml/2006/main" id="8" idx="3"/>
            <a:endCxn xmlns:a="http://schemas.openxmlformats.org/drawingml/2006/main" id="12" idx="1"/>
          </p:cNvCxnSpPr>
          <p:nvPr/>
        </p:nvCxnSpPr>
        <p:spPr>
          <a:xfrm xmlns:a="http://schemas.openxmlformats.org/drawingml/2006/main">
            <a:off x="7696200" y="3390900"/>
            <a:ext cx="1143000" cy="0"/>
          </a:xfrm>
          <a:prstGeom xmlns:a="http://schemas.openxmlformats.org/drawingml/2006/main" prst="straightConnector1">
            <a:avLst/>
          </a:prstGeom>
          <a:ln xmlns:a="http://schemas.openxmlformats.org/drawingml/2006/main" w="19050">
            <a:solidFill>
              <a:srgbClr val="506577"/>
            </a:solidFill>
            <a:tailEnd type="triangle" w="med" len="med"/>
          </a:ln>
        </p:spPr>
      </p:cxnSp>
      <p:sp>
        <p:nvSpPr>
          <p:cNvPr id="18" name="text-49">
            <a:extLst xmlns:a="http://schemas.openxmlformats.org/drawingml/2006/main">
              <a:ext uri="{FF2B5EF4-FFF2-40B4-BE49-F238E27FC236}">
                <a16:creationId xmlns:a16="http://schemas.microsoft.com/office/drawing/2014/main" id="{359496B2-A40F-4BA4-921C-75CC89C143A6}"/>
              </a:ext>
            </a:extLst>
          </p:cNvPr>
          <p:cNvSpPr>
            <a:spLocks xmlns:a="http://schemas.openxmlformats.org/drawingml/2006/main" noGrp="1"/>
          </p:cNvSpPr>
          <p:nvPr/>
        </p:nvSpPr>
        <p:spPr>
          <a:xfrm xmlns:a="http://schemas.openxmlformats.org/drawingml/2006/main">
            <a:off x="3314700" y="2686050"/>
            <a:ext cx="1066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506577"/>
                </a:solidFill>
                <a:latin typeface="Malgun Gothic"/>
                <a:ea typeface="Malgun Gothic"/>
                <a:cs typeface="Malgun Gothic"/>
              </a:defRPr>
            </a:pPr>
            <a:r>
              <a:rPr sz="1575" b="1">
                <a:solidFill>
                  <a:srgbClr val="506577"/>
                </a:solidFill>
                <a:latin typeface="Malgun Gothic"/>
                <a:ea typeface="Malgun Gothic"/>
                <a:cs typeface="Malgun Gothic"/>
              </a:rPr>
              <a:t>웹 접속</a:t>
            </a:r>
          </a:p>
        </p:txBody>
      </p:sp>
      <p:sp>
        <p:nvSpPr>
          <p:cNvPr id="19" name="text-50">
            <a:extLst xmlns:a="http://schemas.openxmlformats.org/drawingml/2006/main">
              <a:ext uri="{FF2B5EF4-FFF2-40B4-BE49-F238E27FC236}">
                <a16:creationId xmlns:a16="http://schemas.microsoft.com/office/drawing/2014/main" id="{46EC312E-940F-483D-8CF2-AC34F2EBF206}"/>
              </a:ext>
            </a:extLst>
          </p:cNvPr>
          <p:cNvSpPr>
            <a:spLocks xmlns:a="http://schemas.openxmlformats.org/drawingml/2006/main" noGrp="1"/>
          </p:cNvSpPr>
          <p:nvPr/>
        </p:nvSpPr>
        <p:spPr>
          <a:xfrm xmlns:a="http://schemas.openxmlformats.org/drawingml/2006/main">
            <a:off x="3314700" y="3648075"/>
            <a:ext cx="1066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506577"/>
                </a:solidFill>
                <a:latin typeface="Malgun Gothic"/>
                <a:ea typeface="Malgun Gothic"/>
                <a:cs typeface="Malgun Gothic"/>
              </a:defRPr>
            </a:pPr>
            <a:r>
              <a:rPr sz="1350" b="0">
                <a:solidFill>
                  <a:srgbClr val="506577"/>
                </a:solidFill>
                <a:latin typeface="Malgun Gothic"/>
                <a:ea typeface="Malgun Gothic"/>
                <a:cs typeface="Malgun Gothic"/>
              </a:rPr>
              <a:t>HTTPS 443</a:t>
            </a:r>
          </a:p>
        </p:txBody>
      </p:sp>
      <p:sp>
        <p:nvSpPr>
          <p:cNvPr id="20" name="text-51">
            <a:extLst xmlns:a="http://schemas.openxmlformats.org/drawingml/2006/main">
              <a:ext uri="{FF2B5EF4-FFF2-40B4-BE49-F238E27FC236}">
                <a16:creationId xmlns:a16="http://schemas.microsoft.com/office/drawing/2014/main" id="{A062647B-4770-4DC2-8DC7-91C8368075EA}"/>
              </a:ext>
            </a:extLst>
          </p:cNvPr>
          <p:cNvSpPr>
            <a:spLocks xmlns:a="http://schemas.openxmlformats.org/drawingml/2006/main" noGrp="1"/>
          </p:cNvSpPr>
          <p:nvPr/>
        </p:nvSpPr>
        <p:spPr>
          <a:xfrm xmlns:a="http://schemas.openxmlformats.org/drawingml/2006/main">
            <a:off x="7734300" y="2686050"/>
            <a:ext cx="1066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506577"/>
                </a:solidFill>
                <a:latin typeface="Malgun Gothic"/>
                <a:ea typeface="Malgun Gothic"/>
                <a:cs typeface="Malgun Gothic"/>
              </a:defRPr>
            </a:pPr>
            <a:r>
              <a:rPr sz="1575" b="1">
                <a:solidFill>
                  <a:srgbClr val="506577"/>
                </a:solidFill>
                <a:latin typeface="Malgun Gothic"/>
                <a:ea typeface="Malgun Gothic"/>
                <a:cs typeface="Malgun Gothic"/>
              </a:rPr>
              <a:t>결과 전달</a:t>
            </a:r>
          </a:p>
        </p:txBody>
      </p:sp>
      <p:sp>
        <p:nvSpPr>
          <p:cNvPr id="21" name="text-52">
            <a:extLst xmlns:a="http://schemas.openxmlformats.org/drawingml/2006/main">
              <a:ext uri="{FF2B5EF4-FFF2-40B4-BE49-F238E27FC236}">
                <a16:creationId xmlns:a16="http://schemas.microsoft.com/office/drawing/2014/main" id="{DEC2FDF9-3D51-40F6-9BD3-1DF3F7A1B19F}"/>
              </a:ext>
            </a:extLst>
          </p:cNvPr>
          <p:cNvSpPr>
            <a:spLocks xmlns:a="http://schemas.openxmlformats.org/drawingml/2006/main" noGrp="1"/>
          </p:cNvSpPr>
          <p:nvPr/>
        </p:nvSpPr>
        <p:spPr>
          <a:xfrm xmlns:a="http://schemas.openxmlformats.org/drawingml/2006/main">
            <a:off x="7734300" y="3619500"/>
            <a:ext cx="1066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0">
                <a:solidFill>
                  <a:srgbClr val="506577"/>
                </a:solidFill>
                <a:latin typeface="Malgun Gothic"/>
                <a:ea typeface="Malgun Gothic"/>
                <a:cs typeface="Malgun Gothic"/>
              </a:defRPr>
            </a:pPr>
            <a:r>
              <a:rPr sz="1425" b="0">
                <a:solidFill>
                  <a:srgbClr val="506577"/>
                </a:solidFill>
                <a:latin typeface="Malgun Gothic"/>
                <a:ea typeface="Malgun Gothic"/>
                <a:cs typeface="Malgun Gothic"/>
              </a:rPr>
              <a:t>HTTP /</a:t>
            </a:r>
          </a:p>
          <a:p xmlns:a="http://schemas.openxmlformats.org/drawingml/2006/main">
            <a:pPr algn="ctr">
              <a:defRPr sz="1425" b="0">
                <a:solidFill>
                  <a:srgbClr val="506577"/>
                </a:solidFill>
                <a:latin typeface="Malgun Gothic"/>
                <a:ea typeface="Malgun Gothic"/>
                <a:cs typeface="Malgun Gothic"/>
              </a:defRPr>
            </a:pPr>
            <a:r>
              <a:rPr sz="1425" b="0">
                <a:solidFill>
                  <a:srgbClr val="506577"/>
                </a:solidFill>
                <a:latin typeface="Malgun Gothic"/>
                <a:ea typeface="Malgun Gothic"/>
                <a:cs typeface="Malgun Gothic"/>
              </a:rPr>
              <a:t>파일 복사</a:t>
            </a:r>
          </a:p>
        </p:txBody>
      </p:sp>
      <p:sp>
        <p:nvSpPr>
          <p:cNvPr id="22" name="diagram-box-53">
            <a:extLst xmlns:a="http://schemas.openxmlformats.org/drawingml/2006/main">
              <a:ext uri="{FF2B5EF4-FFF2-40B4-BE49-F238E27FC236}">
                <a16:creationId xmlns:a16="http://schemas.microsoft.com/office/drawing/2014/main" id="{22B4B7A8-ED91-4698-A929-42B4943FEE04}"/>
              </a:ext>
            </a:extLst>
          </p:cNvPr>
          <p:cNvSpPr>
            <a:spLocks xmlns:a="http://schemas.openxmlformats.org/drawingml/2006/main" noGrp="1"/>
          </p:cNvSpPr>
          <p:nvPr/>
        </p:nvSpPr>
        <p:spPr>
          <a:xfrm xmlns:a="http://schemas.openxmlformats.org/drawingml/2006/main">
            <a:off x="609600" y="5314950"/>
            <a:ext cx="2667000" cy="638175"/>
          </a:xfrm>
          <a:prstGeom xmlns:a="http://schemas.openxmlformats.org/drawingml/2006/main" prst="rect">
            <a:avLst/>
          </a:prstGeom>
          <a:solidFill xmlns:a="http://schemas.openxmlformats.org/drawingml/2006/main">
            <a:srgbClr val="EDF0F2"/>
          </a:solidFill>
          <a:ln xmlns:a="http://schemas.openxmlformats.org/drawingml/2006/main" w="12383">
            <a:solidFill>
              <a:srgbClr val="AEB8C0"/>
            </a:solidFill>
          </a:ln>
        </p:spPr>
      </p:sp>
      <p:sp>
        <p:nvSpPr>
          <p:cNvPr id="23" name="line-54">
            <a:extLst xmlns:a="http://schemas.openxmlformats.org/drawingml/2006/main">
              <a:ext uri="{FF2B5EF4-FFF2-40B4-BE49-F238E27FC236}">
                <a16:creationId xmlns:a16="http://schemas.microsoft.com/office/drawing/2014/main" id="{85C35FA3-F66C-42F5-8BBD-2361EB040EFB}"/>
              </a:ext>
            </a:extLst>
          </p:cNvPr>
          <p:cNvSpPr>
            <a:spLocks xmlns:a="http://schemas.openxmlformats.org/drawingml/2006/main" noGrp="1"/>
          </p:cNvSpPr>
          <p:nvPr/>
        </p:nvSpPr>
        <p:spPr>
          <a:xfrm xmlns:a="http://schemas.openxmlformats.org/drawingml/2006/main" flipH="0" flipV="1">
            <a:off x="609600" y="5314950"/>
            <a:ext cx="114300" cy="114300"/>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24" name="line-55">
            <a:extLst xmlns:a="http://schemas.openxmlformats.org/drawingml/2006/main">
              <a:ext uri="{FF2B5EF4-FFF2-40B4-BE49-F238E27FC236}">
                <a16:creationId xmlns:a16="http://schemas.microsoft.com/office/drawing/2014/main" id="{AC38E36C-A16B-4ACF-9D59-0EA30C02824B}"/>
              </a:ext>
            </a:extLst>
          </p:cNvPr>
          <p:cNvSpPr>
            <a:spLocks xmlns:a="http://schemas.openxmlformats.org/drawingml/2006/main" noGrp="1"/>
          </p:cNvSpPr>
          <p:nvPr/>
        </p:nvSpPr>
        <p:spPr>
          <a:xfrm xmlns:a="http://schemas.openxmlformats.org/drawingml/2006/main" flipH="0" flipV="1">
            <a:off x="609600" y="5314950"/>
            <a:ext cx="266700" cy="266700"/>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25" name="line-56">
            <a:extLst xmlns:a="http://schemas.openxmlformats.org/drawingml/2006/main">
              <a:ext uri="{FF2B5EF4-FFF2-40B4-BE49-F238E27FC236}">
                <a16:creationId xmlns:a16="http://schemas.microsoft.com/office/drawing/2014/main" id="{7CDE9252-3FD1-4E21-862B-95B53F32EAD7}"/>
              </a:ext>
            </a:extLst>
          </p:cNvPr>
          <p:cNvSpPr>
            <a:spLocks xmlns:a="http://schemas.openxmlformats.org/drawingml/2006/main" noGrp="1"/>
          </p:cNvSpPr>
          <p:nvPr/>
        </p:nvSpPr>
        <p:spPr>
          <a:xfrm xmlns:a="http://schemas.openxmlformats.org/drawingml/2006/main" flipH="0" flipV="1">
            <a:off x="609600" y="5314950"/>
            <a:ext cx="419100" cy="419100"/>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26" name="line-57">
            <a:extLst xmlns:a="http://schemas.openxmlformats.org/drawingml/2006/main">
              <a:ext uri="{FF2B5EF4-FFF2-40B4-BE49-F238E27FC236}">
                <a16:creationId xmlns:a16="http://schemas.microsoft.com/office/drawing/2014/main" id="{7B613FE9-9C53-420F-9B1C-6C3C3EA2DB5B}"/>
              </a:ext>
            </a:extLst>
          </p:cNvPr>
          <p:cNvSpPr>
            <a:spLocks xmlns:a="http://schemas.openxmlformats.org/drawingml/2006/main" noGrp="1"/>
          </p:cNvSpPr>
          <p:nvPr/>
        </p:nvSpPr>
        <p:spPr>
          <a:xfrm xmlns:a="http://schemas.openxmlformats.org/drawingml/2006/main" flipH="0" flipV="1">
            <a:off x="609600" y="5314950"/>
            <a:ext cx="571500" cy="571500"/>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27" name="line-58">
            <a:extLst xmlns:a="http://schemas.openxmlformats.org/drawingml/2006/main">
              <a:ext uri="{FF2B5EF4-FFF2-40B4-BE49-F238E27FC236}">
                <a16:creationId xmlns:a16="http://schemas.microsoft.com/office/drawing/2014/main" id="{43C855E6-88FD-4398-8C78-6387B294E2C9}"/>
              </a:ext>
            </a:extLst>
          </p:cNvPr>
          <p:cNvSpPr>
            <a:spLocks xmlns:a="http://schemas.openxmlformats.org/drawingml/2006/main" noGrp="1"/>
          </p:cNvSpPr>
          <p:nvPr/>
        </p:nvSpPr>
        <p:spPr>
          <a:xfrm xmlns:a="http://schemas.openxmlformats.org/drawingml/2006/main" flipH="0" flipV="1">
            <a:off x="695325" y="5314950"/>
            <a:ext cx="638175" cy="638175"/>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28" name="line-59">
            <a:extLst xmlns:a="http://schemas.openxmlformats.org/drawingml/2006/main">
              <a:ext uri="{FF2B5EF4-FFF2-40B4-BE49-F238E27FC236}">
                <a16:creationId xmlns:a16="http://schemas.microsoft.com/office/drawing/2014/main" id="{0475272D-7AF0-4E00-AFEB-87072746BCE0}"/>
              </a:ext>
            </a:extLst>
          </p:cNvPr>
          <p:cNvSpPr>
            <a:spLocks xmlns:a="http://schemas.openxmlformats.org/drawingml/2006/main" noGrp="1"/>
          </p:cNvSpPr>
          <p:nvPr/>
        </p:nvSpPr>
        <p:spPr>
          <a:xfrm xmlns:a="http://schemas.openxmlformats.org/drawingml/2006/main" flipH="0" flipV="1">
            <a:off x="847725" y="5314950"/>
            <a:ext cx="638175" cy="638175"/>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29" name="line-60">
            <a:extLst xmlns:a="http://schemas.openxmlformats.org/drawingml/2006/main">
              <a:ext uri="{FF2B5EF4-FFF2-40B4-BE49-F238E27FC236}">
                <a16:creationId xmlns:a16="http://schemas.microsoft.com/office/drawing/2014/main" id="{4D994ADE-D837-488F-A8F8-F0A8425B8E72}"/>
              </a:ext>
            </a:extLst>
          </p:cNvPr>
          <p:cNvSpPr>
            <a:spLocks xmlns:a="http://schemas.openxmlformats.org/drawingml/2006/main" noGrp="1"/>
          </p:cNvSpPr>
          <p:nvPr/>
        </p:nvSpPr>
        <p:spPr>
          <a:xfrm xmlns:a="http://schemas.openxmlformats.org/drawingml/2006/main" flipH="0" flipV="1">
            <a:off x="1000125" y="5314950"/>
            <a:ext cx="638175" cy="638175"/>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30" name="line-61">
            <a:extLst xmlns:a="http://schemas.openxmlformats.org/drawingml/2006/main">
              <a:ext uri="{FF2B5EF4-FFF2-40B4-BE49-F238E27FC236}">
                <a16:creationId xmlns:a16="http://schemas.microsoft.com/office/drawing/2014/main" id="{30C9E43C-F51A-48AB-B589-B8FDB495FC66}"/>
              </a:ext>
            </a:extLst>
          </p:cNvPr>
          <p:cNvSpPr>
            <a:spLocks xmlns:a="http://schemas.openxmlformats.org/drawingml/2006/main" noGrp="1"/>
          </p:cNvSpPr>
          <p:nvPr/>
        </p:nvSpPr>
        <p:spPr>
          <a:xfrm xmlns:a="http://schemas.openxmlformats.org/drawingml/2006/main" flipH="0" flipV="1">
            <a:off x="1152525" y="5314950"/>
            <a:ext cx="638175" cy="638175"/>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31" name="line-62">
            <a:extLst xmlns:a="http://schemas.openxmlformats.org/drawingml/2006/main">
              <a:ext uri="{FF2B5EF4-FFF2-40B4-BE49-F238E27FC236}">
                <a16:creationId xmlns:a16="http://schemas.microsoft.com/office/drawing/2014/main" id="{68D5A700-D97A-44A1-AD8C-B34ED832E32B}"/>
              </a:ext>
            </a:extLst>
          </p:cNvPr>
          <p:cNvSpPr>
            <a:spLocks xmlns:a="http://schemas.openxmlformats.org/drawingml/2006/main" noGrp="1"/>
          </p:cNvSpPr>
          <p:nvPr/>
        </p:nvSpPr>
        <p:spPr>
          <a:xfrm xmlns:a="http://schemas.openxmlformats.org/drawingml/2006/main" flipH="0" flipV="1">
            <a:off x="1304925" y="5314950"/>
            <a:ext cx="638175" cy="638175"/>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32" name="line-63">
            <a:extLst xmlns:a="http://schemas.openxmlformats.org/drawingml/2006/main">
              <a:ext uri="{FF2B5EF4-FFF2-40B4-BE49-F238E27FC236}">
                <a16:creationId xmlns:a16="http://schemas.microsoft.com/office/drawing/2014/main" id="{C287DF02-F3C8-4F28-8122-19BF528AD941}"/>
              </a:ext>
            </a:extLst>
          </p:cNvPr>
          <p:cNvSpPr>
            <a:spLocks xmlns:a="http://schemas.openxmlformats.org/drawingml/2006/main" noGrp="1"/>
          </p:cNvSpPr>
          <p:nvPr/>
        </p:nvSpPr>
        <p:spPr>
          <a:xfrm xmlns:a="http://schemas.openxmlformats.org/drawingml/2006/main" flipH="0" flipV="1">
            <a:off x="1457325" y="5314950"/>
            <a:ext cx="638175" cy="638175"/>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33" name="line-64">
            <a:extLst xmlns:a="http://schemas.openxmlformats.org/drawingml/2006/main">
              <a:ext uri="{FF2B5EF4-FFF2-40B4-BE49-F238E27FC236}">
                <a16:creationId xmlns:a16="http://schemas.microsoft.com/office/drawing/2014/main" id="{332A97EA-5A14-4AF9-AD42-4857657F2F77}"/>
              </a:ext>
            </a:extLst>
          </p:cNvPr>
          <p:cNvSpPr>
            <a:spLocks xmlns:a="http://schemas.openxmlformats.org/drawingml/2006/main" noGrp="1"/>
          </p:cNvSpPr>
          <p:nvPr/>
        </p:nvSpPr>
        <p:spPr>
          <a:xfrm xmlns:a="http://schemas.openxmlformats.org/drawingml/2006/main" flipH="0" flipV="1">
            <a:off x="1609725" y="5314950"/>
            <a:ext cx="638175" cy="638175"/>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34" name="line-65">
            <a:extLst xmlns:a="http://schemas.openxmlformats.org/drawingml/2006/main">
              <a:ext uri="{FF2B5EF4-FFF2-40B4-BE49-F238E27FC236}">
                <a16:creationId xmlns:a16="http://schemas.microsoft.com/office/drawing/2014/main" id="{12B89DFF-FC66-4B82-AC75-A01EC8BEB815}"/>
              </a:ext>
            </a:extLst>
          </p:cNvPr>
          <p:cNvSpPr>
            <a:spLocks xmlns:a="http://schemas.openxmlformats.org/drawingml/2006/main" noGrp="1"/>
          </p:cNvSpPr>
          <p:nvPr/>
        </p:nvSpPr>
        <p:spPr>
          <a:xfrm xmlns:a="http://schemas.openxmlformats.org/drawingml/2006/main" flipH="0" flipV="1">
            <a:off x="1762125" y="5314950"/>
            <a:ext cx="638175" cy="638175"/>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35" name="line-66">
            <a:extLst xmlns:a="http://schemas.openxmlformats.org/drawingml/2006/main">
              <a:ext uri="{FF2B5EF4-FFF2-40B4-BE49-F238E27FC236}">
                <a16:creationId xmlns:a16="http://schemas.microsoft.com/office/drawing/2014/main" id="{F79D93F9-FE3C-4964-A7FE-C911194DC77D}"/>
              </a:ext>
            </a:extLst>
          </p:cNvPr>
          <p:cNvSpPr>
            <a:spLocks xmlns:a="http://schemas.openxmlformats.org/drawingml/2006/main" noGrp="1"/>
          </p:cNvSpPr>
          <p:nvPr/>
        </p:nvSpPr>
        <p:spPr>
          <a:xfrm xmlns:a="http://schemas.openxmlformats.org/drawingml/2006/main" flipH="0" flipV="1">
            <a:off x="1914525" y="5314950"/>
            <a:ext cx="638175" cy="638175"/>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36" name="line-67">
            <a:extLst xmlns:a="http://schemas.openxmlformats.org/drawingml/2006/main">
              <a:ext uri="{FF2B5EF4-FFF2-40B4-BE49-F238E27FC236}">
                <a16:creationId xmlns:a16="http://schemas.microsoft.com/office/drawing/2014/main" id="{5BD02816-20BB-43C4-BA82-9B9AB02E0895}"/>
              </a:ext>
            </a:extLst>
          </p:cNvPr>
          <p:cNvSpPr>
            <a:spLocks xmlns:a="http://schemas.openxmlformats.org/drawingml/2006/main" noGrp="1"/>
          </p:cNvSpPr>
          <p:nvPr/>
        </p:nvSpPr>
        <p:spPr>
          <a:xfrm xmlns:a="http://schemas.openxmlformats.org/drawingml/2006/main" flipH="0" flipV="1">
            <a:off x="2066925" y="5314950"/>
            <a:ext cx="638175" cy="638175"/>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37" name="line-68">
            <a:extLst xmlns:a="http://schemas.openxmlformats.org/drawingml/2006/main">
              <a:ext uri="{FF2B5EF4-FFF2-40B4-BE49-F238E27FC236}">
                <a16:creationId xmlns:a16="http://schemas.microsoft.com/office/drawing/2014/main" id="{16EC92D8-F591-426A-9460-197C8C38A5AC}"/>
              </a:ext>
            </a:extLst>
          </p:cNvPr>
          <p:cNvSpPr>
            <a:spLocks xmlns:a="http://schemas.openxmlformats.org/drawingml/2006/main" noGrp="1"/>
          </p:cNvSpPr>
          <p:nvPr/>
        </p:nvSpPr>
        <p:spPr>
          <a:xfrm xmlns:a="http://schemas.openxmlformats.org/drawingml/2006/main" flipH="0" flipV="1">
            <a:off x="2219325" y="5314950"/>
            <a:ext cx="638175" cy="638175"/>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38" name="line-69">
            <a:extLst xmlns:a="http://schemas.openxmlformats.org/drawingml/2006/main">
              <a:ext uri="{FF2B5EF4-FFF2-40B4-BE49-F238E27FC236}">
                <a16:creationId xmlns:a16="http://schemas.microsoft.com/office/drawing/2014/main" id="{6C7B1DBC-3E59-4D99-A1CD-A6BAF261E93B}"/>
              </a:ext>
            </a:extLst>
          </p:cNvPr>
          <p:cNvSpPr>
            <a:spLocks xmlns:a="http://schemas.openxmlformats.org/drawingml/2006/main" noGrp="1"/>
          </p:cNvSpPr>
          <p:nvPr/>
        </p:nvSpPr>
        <p:spPr>
          <a:xfrm xmlns:a="http://schemas.openxmlformats.org/drawingml/2006/main" flipH="0" flipV="1">
            <a:off x="2371725" y="5314950"/>
            <a:ext cx="638175" cy="638175"/>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39" name="line-70">
            <a:extLst xmlns:a="http://schemas.openxmlformats.org/drawingml/2006/main">
              <a:ext uri="{FF2B5EF4-FFF2-40B4-BE49-F238E27FC236}">
                <a16:creationId xmlns:a16="http://schemas.microsoft.com/office/drawing/2014/main" id="{C394594D-C531-4B04-88E3-B2702E3AC47C}"/>
              </a:ext>
            </a:extLst>
          </p:cNvPr>
          <p:cNvSpPr>
            <a:spLocks xmlns:a="http://schemas.openxmlformats.org/drawingml/2006/main" noGrp="1"/>
          </p:cNvSpPr>
          <p:nvPr/>
        </p:nvSpPr>
        <p:spPr>
          <a:xfrm xmlns:a="http://schemas.openxmlformats.org/drawingml/2006/main" flipH="0" flipV="1">
            <a:off x="2524125" y="5314950"/>
            <a:ext cx="638175" cy="638175"/>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40" name="line-71">
            <a:extLst xmlns:a="http://schemas.openxmlformats.org/drawingml/2006/main">
              <a:ext uri="{FF2B5EF4-FFF2-40B4-BE49-F238E27FC236}">
                <a16:creationId xmlns:a16="http://schemas.microsoft.com/office/drawing/2014/main" id="{98B485BC-03FF-477C-9102-E9DA8C03808F}"/>
              </a:ext>
            </a:extLst>
          </p:cNvPr>
          <p:cNvSpPr>
            <a:spLocks xmlns:a="http://schemas.openxmlformats.org/drawingml/2006/main" noGrp="1"/>
          </p:cNvSpPr>
          <p:nvPr/>
        </p:nvSpPr>
        <p:spPr>
          <a:xfrm xmlns:a="http://schemas.openxmlformats.org/drawingml/2006/main" flipH="0" flipV="1">
            <a:off x="2676525" y="5353050"/>
            <a:ext cx="600075" cy="600075"/>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41" name="line-72">
            <a:extLst xmlns:a="http://schemas.openxmlformats.org/drawingml/2006/main">
              <a:ext uri="{FF2B5EF4-FFF2-40B4-BE49-F238E27FC236}">
                <a16:creationId xmlns:a16="http://schemas.microsoft.com/office/drawing/2014/main" id="{96FAF9D1-DABA-4C88-9E0F-16D59DB5C9C0}"/>
              </a:ext>
            </a:extLst>
          </p:cNvPr>
          <p:cNvSpPr>
            <a:spLocks xmlns:a="http://schemas.openxmlformats.org/drawingml/2006/main" noGrp="1"/>
          </p:cNvSpPr>
          <p:nvPr/>
        </p:nvSpPr>
        <p:spPr>
          <a:xfrm xmlns:a="http://schemas.openxmlformats.org/drawingml/2006/main" flipH="0" flipV="1">
            <a:off x="2828925" y="5505450"/>
            <a:ext cx="447675" cy="447675"/>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42" name="line-73">
            <a:extLst xmlns:a="http://schemas.openxmlformats.org/drawingml/2006/main">
              <a:ext uri="{FF2B5EF4-FFF2-40B4-BE49-F238E27FC236}">
                <a16:creationId xmlns:a16="http://schemas.microsoft.com/office/drawing/2014/main" id="{3290A420-036F-47A7-A8C3-89794F6B119D}"/>
              </a:ext>
            </a:extLst>
          </p:cNvPr>
          <p:cNvSpPr>
            <a:spLocks xmlns:a="http://schemas.openxmlformats.org/drawingml/2006/main" noGrp="1"/>
          </p:cNvSpPr>
          <p:nvPr/>
        </p:nvSpPr>
        <p:spPr>
          <a:xfrm xmlns:a="http://schemas.openxmlformats.org/drawingml/2006/main" flipH="0" flipV="1">
            <a:off x="2981325" y="5657850"/>
            <a:ext cx="295275" cy="295275"/>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43" name="line-74">
            <a:extLst xmlns:a="http://schemas.openxmlformats.org/drawingml/2006/main">
              <a:ext uri="{FF2B5EF4-FFF2-40B4-BE49-F238E27FC236}">
                <a16:creationId xmlns:a16="http://schemas.microsoft.com/office/drawing/2014/main" id="{A7B191CF-2759-41C7-A775-6CF6A7731712}"/>
              </a:ext>
            </a:extLst>
          </p:cNvPr>
          <p:cNvSpPr>
            <a:spLocks xmlns:a="http://schemas.openxmlformats.org/drawingml/2006/main" noGrp="1"/>
          </p:cNvSpPr>
          <p:nvPr/>
        </p:nvSpPr>
        <p:spPr>
          <a:xfrm xmlns:a="http://schemas.openxmlformats.org/drawingml/2006/main" flipH="0" flipV="1">
            <a:off x="3133725" y="5810250"/>
            <a:ext cx="142875" cy="142875"/>
          </a:xfrm>
          <a:prstGeom xmlns:a="http://schemas.openxmlformats.org/drawingml/2006/main" prst="line">
            <a:avLst/>
          </a:prstGeom>
          <a:noFill xmlns:a="http://schemas.openxmlformats.org/drawingml/2006/main"/>
          <a:ln xmlns:a="http://schemas.openxmlformats.org/drawingml/2006/main" w="9525">
            <a:solidFill>
              <a:srgbClr val="D1D8DD"/>
            </a:solidFill>
          </a:ln>
        </p:spPr>
      </p:sp>
      <p:sp>
        <p:nvSpPr>
          <p:cNvPr id="44" name="text-75">
            <a:extLst xmlns:a="http://schemas.openxmlformats.org/drawingml/2006/main">
              <a:ext uri="{FF2B5EF4-FFF2-40B4-BE49-F238E27FC236}">
                <a16:creationId xmlns:a16="http://schemas.microsoft.com/office/drawing/2014/main" id="{189A00B3-64E0-4B70-B38C-27D9315AFF7E}"/>
              </a:ext>
            </a:extLst>
          </p:cNvPr>
          <p:cNvSpPr>
            <a:spLocks xmlns:a="http://schemas.openxmlformats.org/drawingml/2006/main" noGrp="1"/>
          </p:cNvSpPr>
          <p:nvPr/>
        </p:nvSpPr>
        <p:spPr>
          <a:xfrm xmlns:a="http://schemas.openxmlformats.org/drawingml/2006/main">
            <a:off x="685800" y="5391150"/>
            <a:ext cx="2514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506577"/>
                </a:solidFill>
                <a:latin typeface="Malgun Gothic"/>
                <a:ea typeface="Malgun Gothic"/>
                <a:cs typeface="Malgun Gothic"/>
              </a:defRPr>
            </a:pPr>
            <a:r>
              <a:rPr sz="1875" b="1">
                <a:solidFill>
                  <a:srgbClr val="506577"/>
                </a:solidFill>
                <a:latin typeface="Malgun Gothic"/>
                <a:ea typeface="Malgun Gothic"/>
                <a:cs typeface="Malgun Gothic"/>
              </a:rPr>
              <a:t>Graph API   미사용</a:t>
            </a:r>
          </a:p>
        </p:txBody>
      </p:sp>
      <p:sp>
        <p:nvSpPr>
          <p:cNvPr id="45" name="text-76">
            <a:extLst xmlns:a="http://schemas.openxmlformats.org/drawingml/2006/main">
              <a:ext uri="{FF2B5EF4-FFF2-40B4-BE49-F238E27FC236}">
                <a16:creationId xmlns:a16="http://schemas.microsoft.com/office/drawing/2014/main" id="{05DD1AB7-D333-4F65-8E6E-E139A2F94F7A}"/>
              </a:ext>
            </a:extLst>
          </p:cNvPr>
          <p:cNvSpPr>
            <a:spLocks xmlns:a="http://schemas.openxmlformats.org/drawingml/2006/main" noGrp="1"/>
          </p:cNvSpPr>
          <p:nvPr/>
        </p:nvSpPr>
        <p:spPr>
          <a:xfrm xmlns:a="http://schemas.openxmlformats.org/drawingml/2006/main">
            <a:off x="3781425" y="5153025"/>
            <a:ext cx="7667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06577"/>
                </a:solidFill>
                <a:latin typeface="Malgun Gothic"/>
                <a:ea typeface="Malgun Gothic"/>
                <a:cs typeface="Malgun Gothic"/>
              </a:defRPr>
            </a:pPr>
            <a:r>
              <a:rPr sz="1725" b="0">
                <a:solidFill>
                  <a:srgbClr val="506577"/>
                </a:solidFill>
                <a:latin typeface="Malgun Gothic"/>
                <a:ea typeface="Malgun Gothic"/>
                <a:cs typeface="Malgun Gothic"/>
              </a:rPr>
              <a:t>443번: M365 웹의 암호화 접속</a:t>
            </a:r>
          </a:p>
          <a:p xmlns:a="http://schemas.openxmlformats.org/drawingml/2006/main">
            <a:pPr algn="l">
              <a:defRPr sz="1725" b="0">
                <a:solidFill>
                  <a:srgbClr val="506577"/>
                </a:solidFill>
                <a:latin typeface="Malgun Gothic"/>
                <a:ea typeface="Malgun Gothic"/>
                <a:cs typeface="Malgun Gothic"/>
              </a:defRPr>
            </a:pPr>
            <a:r>
              <a:rPr sz="1725" b="0">
                <a:solidFill>
                  <a:srgbClr val="506577"/>
                </a:solidFill>
                <a:latin typeface="Malgun Gothic"/>
                <a:ea typeface="Malgun Gothic"/>
                <a:cs typeface="Malgun Gothic"/>
              </a:rPr>
              <a:t>9333번: 같은 PC의 Edge 제어</a:t>
            </a:r>
          </a:p>
          <a:p xmlns:a="http://schemas.openxmlformats.org/drawingml/2006/main">
            <a:pPr algn="l">
              <a:defRPr sz="1725" b="0">
                <a:solidFill>
                  <a:srgbClr val="506577"/>
                </a:solidFill>
                <a:latin typeface="Malgun Gothic"/>
                <a:ea typeface="Malgun Gothic"/>
                <a:cs typeface="Malgun Gothic"/>
              </a:defRPr>
            </a:pPr>
            <a:r>
              <a:rPr sz="1725" b="0">
                <a:solidFill>
                  <a:srgbClr val="506577"/>
                </a:solidFill>
                <a:latin typeface="Malgun Gothic"/>
                <a:ea typeface="Malgun Gothic"/>
                <a:cs typeface="Malgun Gothic"/>
              </a:rPr>
              <a:t>9310번: 팀 HTTP 서버 기본 포트</a:t>
            </a:r>
          </a:p>
        </p:txBody>
      </p:sp>
    </p:spTree>
    <p:extLst>
      <p:ext uri="{BB962C8B-B14F-4D97-AF65-F5344CB8AC3E}">
        <p14:creationId xmlns:p14="http://schemas.microsoft.com/office/powerpoint/2010/main" val="19664455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77">
            <a:extLst xmlns:a="http://schemas.openxmlformats.org/drawingml/2006/main">
              <a:ext uri="{FF2B5EF4-FFF2-40B4-BE49-F238E27FC236}">
                <a16:creationId xmlns:a16="http://schemas.microsoft.com/office/drawing/2014/main" id="{08C59E6F-E1E5-4817-9E12-294160774F65}"/>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173449"/>
                </a:solidFill>
                <a:latin typeface="Malgun Gothic"/>
                <a:ea typeface="Malgun Gothic"/>
                <a:cs typeface="Malgun Gothic"/>
              </a:defRPr>
            </a:pPr>
            <a:r>
              <a:rPr sz="3300" b="1">
                <a:solidFill>
                  <a:srgbClr val="173449"/>
                </a:solidFill>
                <a:latin typeface="Malgun Gothic"/>
                <a:ea typeface="Malgun Gothic"/>
                <a:cs typeface="Malgun Gothic"/>
              </a:rPr>
              <a:t>자료별 수집 범위</a:t>
            </a:r>
          </a:p>
        </p:txBody>
      </p:sp>
      <p:sp>
        <p:nvSpPr>
          <p:cNvPr id="2" name="text-78">
            <a:extLst xmlns:a="http://schemas.openxmlformats.org/drawingml/2006/main">
              <a:ext uri="{FF2B5EF4-FFF2-40B4-BE49-F238E27FC236}">
                <a16:creationId xmlns:a16="http://schemas.microsoft.com/office/drawing/2014/main" id="{DCDFAB6D-E689-43AB-87C9-4A784C0D157B}"/>
              </a:ext>
            </a:extLst>
          </p:cNvPr>
          <p:cNvSpPr>
            <a:spLocks xmlns:a="http://schemas.openxmlformats.org/drawingml/2006/main" noGrp="1"/>
          </p:cNvSpPr>
          <p:nvPr/>
        </p:nvSpPr>
        <p:spPr>
          <a:xfrm xmlns:a="http://schemas.openxmlformats.org/drawingml/2006/main">
            <a:off x="609600" y="6410325"/>
            <a:ext cx="7810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506577"/>
                </a:solidFill>
                <a:latin typeface="Malgun Gothic"/>
                <a:ea typeface="Malgun Gothic"/>
                <a:cs typeface="Malgun Gothic"/>
              </a:defRPr>
            </a:pPr>
            <a:r>
              <a:rPr sz="1350" b="0">
                <a:solidFill>
                  <a:srgbClr val="506577"/>
                </a:solidFill>
                <a:latin typeface="Malgun Gothic"/>
                <a:ea typeface="Malgun Gothic"/>
                <a:cs typeface="Malgun Gothic"/>
              </a:rPr>
              <a:t>로드모니터 LM24 v24.0.18</a:t>
            </a:r>
          </a:p>
        </p:txBody>
      </p:sp>
      <p:sp>
        <p:nvSpPr>
          <p:cNvPr id="3" name="text-79">
            <a:extLst xmlns:a="http://schemas.openxmlformats.org/drawingml/2006/main">
              <a:ext uri="{FF2B5EF4-FFF2-40B4-BE49-F238E27FC236}">
                <a16:creationId xmlns:a16="http://schemas.microsoft.com/office/drawing/2014/main" id="{1DAD960F-D067-4DD5-A96E-E0246043A8E9}"/>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00" b="0">
                <a:solidFill>
                  <a:srgbClr val="506577"/>
                </a:solidFill>
                <a:latin typeface="Malgun Gothic"/>
                <a:ea typeface="Malgun Gothic"/>
                <a:cs typeface="Malgun Gothic"/>
              </a:defRPr>
            </a:pPr>
            <a:r>
              <a:rPr sz="1500" b="0">
                <a:solidFill>
                  <a:srgbClr val="506577"/>
                </a:solidFill>
                <a:latin typeface="Malgun Gothic"/>
                <a:ea typeface="Malgun Gothic"/>
                <a:cs typeface="Malgun Gothic"/>
              </a:rPr>
              <a:t>03</a:t>
            </a:r>
          </a:p>
        </p:txBody>
      </p:sp>
      <p:graphicFrame>
        <p:nvGraphicFramePr>
          <p:cNvPr id="9" name=""/>
          <p:cNvGraphicFramePr/>
          <p:nvPr/>
        </p:nvGraphicFramePr>
        <p:xfrm>
          <a:off xmlns:a="http://schemas.openxmlformats.org/drawingml/2006/main" x="609600" y="1428750"/>
          <a:ext xmlns:a="http://schemas.openxmlformats.org/drawingml/2006/main" cx="10972800" cy="4486275"/>
        </p:xfrm>
        <a:graphic xmlns:a="http://schemas.openxmlformats.org/drawingml/2006/main">
          <a:graphicData uri="http://schemas.openxmlformats.org/drawingml/2006/table">
            <a:tbl>
              <a:tblPr/>
              <a:tblGrid>
                <a:gridCol w="1714500"/>
                <a:gridCol w="4552950"/>
                <a:gridCol w="4705350"/>
              </a:tblGrid>
              <a:tr h="533400">
                <a:tc>
                  <a:txBody>
                    <a:bodyPr wrap="none" lIns="152400" tIns="95250" rIns="152400" bIns="95250">
                      <a:noAutofit/>
                    </a:bodyPr>
                    <a:lstStyle/>
                    <a:p>
                      <a:pPr algn="l"/>
                      <a:r>
                        <a:rPr sz="1800" b="1">
                          <a:solidFill>
                            <a:srgbClr val="FFFFFF"/>
                          </a:solidFill>
                          <a:latin typeface="Malgun Gothic"/>
                          <a:ea typeface="Malgun Gothic"/>
                          <a:cs typeface="Malgun Gothic"/>
                        </a:rPr>
                        <a:t>자료</a:t>
                      </a:r>
                    </a:p>
                  </a:txBody>
                  <a:tcPr marL="91440" marR="91440" marT="45720" marB="45720" anchor="ctr">
                    <a:solidFill>
                      <a:srgbClr val="173449"/>
                    </a:solidFill>
                  </a:tcPr>
                </a:tc>
                <a:tc>
                  <a:txBody>
                    <a:bodyPr wrap="none" lIns="152400" tIns="95250" rIns="152400" bIns="95250">
                      <a:noAutofit/>
                    </a:bodyPr>
                    <a:lstStyle/>
                    <a:p>
                      <a:pPr algn="l"/>
                      <a:r>
                        <a:rPr sz="1800" b="1">
                          <a:solidFill>
                            <a:srgbClr val="FFFFFF"/>
                          </a:solidFill>
                          <a:latin typeface="Malgun Gothic"/>
                          <a:ea typeface="Malgun Gothic"/>
                          <a:cs typeface="Malgun Gothic"/>
                        </a:rPr>
                        <a:t>가져오는 항목</a:t>
                      </a:r>
                    </a:p>
                  </a:txBody>
                  <a:tcPr marL="91440" marR="91440" marT="45720" marB="45720" anchor="ctr">
                    <a:solidFill>
                      <a:srgbClr val="173449"/>
                    </a:solidFill>
                  </a:tcPr>
                </a:tc>
                <a:tc>
                  <a:txBody>
                    <a:bodyPr wrap="none" lIns="152400" tIns="95250" rIns="152400" bIns="95250">
                      <a:noAutofit/>
                    </a:bodyPr>
                    <a:lstStyle/>
                    <a:p>
                      <a:pPr algn="l"/>
                      <a:r>
                        <a:rPr sz="1800" b="1">
                          <a:solidFill>
                            <a:srgbClr val="FFFFFF"/>
                          </a:solidFill>
                          <a:latin typeface="Malgun Gothic"/>
                          <a:ea typeface="Malgun Gothic"/>
                          <a:cs typeface="Malgun Gothic"/>
                        </a:rPr>
                        <a:t>제공하지 않는 범위</a:t>
                      </a:r>
                    </a:p>
                  </a:txBody>
                  <a:tcPr marL="91440" marR="91440" marT="45720" marB="45720" anchor="ctr">
                    <a:solidFill>
                      <a:srgbClr val="173449"/>
                    </a:solidFill>
                  </a:tcPr>
                </a:tc>
              </a:tr>
              <a:tr h="790575">
                <a:tc>
                  <a:txBody>
                    <a:bodyPr wrap="none" lIns="152400" tIns="95250" rIns="152400" bIns="95250">
                      <a:noAutofit/>
                    </a:bodyPr>
                    <a:lstStyle/>
                    <a:p>
                      <a:pPr algn="l"/>
                      <a:r>
                        <a:rPr sz="1725" b="1">
                          <a:solidFill>
                            <a:srgbClr val="173449"/>
                          </a:solidFill>
                          <a:latin typeface="Malgun Gothic"/>
                          <a:ea typeface="Malgun Gothic"/>
                          <a:cs typeface="Malgun Gothic"/>
                        </a:rPr>
                        <a:t>메일과 일정</a:t>
                      </a:r>
                    </a:p>
                  </a:txBody>
                  <a:tcPr marL="91440" marR="91440" marT="45720" marB="45720" anchor="ctr">
                    <a:solidFill>
                      <a:srgbClr val="FFFFFF"/>
                    </a:solidFill>
                  </a:tcPr>
                </a:tc>
                <a:tc>
                  <a:txBody>
                    <a:bodyPr wrap="none" lIns="152400" tIns="95250" rIns="152400" bIns="95250">
                      <a:noAutofit/>
                    </a:bodyPr>
                    <a:lstStyle/>
                    <a:p>
                      <a:pPr algn="l"/>
                      <a:r>
                        <a:rPr sz="1725" b="0">
                          <a:solidFill>
                            <a:srgbClr val="173449"/>
                          </a:solidFill>
                          <a:latin typeface="Malgun Gothic"/>
                          <a:ea typeface="Malgun Gothic"/>
                          <a:cs typeface="Malgun Gothic"/>
                        </a:rPr>
                        <a:t>제목, 시각, 발신자</a:t>
                      </a:r>
                    </a:p>
                    <a:p>
                      <a:pPr algn="l"/>
                      <a:r>
                        <a:rPr sz="1725" b="0">
                          <a:solidFill>
                            <a:srgbClr val="173449"/>
                          </a:solidFill>
                          <a:latin typeface="Malgun Gothic"/>
                          <a:ea typeface="Malgun Gothic"/>
                          <a:cs typeface="Malgun Gothic"/>
                        </a:rPr>
                        <a:t>수신 구분, 일정 정보</a:t>
                      </a:r>
                    </a:p>
                  </a:txBody>
                  <a:tcPr marL="91440" marR="91440" marT="45720" marB="45720" anchor="ctr">
                    <a:solidFill>
                      <a:srgbClr val="FFFFFF"/>
                    </a:solidFill>
                  </a:tcPr>
                </a:tc>
                <a:tc>
                  <a:txBody>
                    <a:bodyPr wrap="none" lIns="152400" tIns="95250" rIns="152400" bIns="95250">
                      <a:noAutofit/>
                    </a:bodyPr>
                    <a:lstStyle/>
                    <a:p>
                      <a:pPr algn="l"/>
                      <a:r>
                        <a:rPr sz="1725" b="0">
                          <a:solidFill>
                            <a:srgbClr val="173449"/>
                          </a:solidFill>
                          <a:latin typeface="Malgun Gothic"/>
                          <a:ea typeface="Malgun Gothic"/>
                          <a:cs typeface="Malgun Gothic"/>
                        </a:rPr>
                        <a:t>전체 메일 본문과 첨부파일</a:t>
                      </a:r>
                    </a:p>
                  </a:txBody>
                  <a:tcPr marL="91440" marR="91440" marT="45720" marB="45720" anchor="ctr">
                    <a:solidFill>
                      <a:srgbClr val="FFFFFF"/>
                    </a:solidFill>
                  </a:tcPr>
                </a:tc>
              </a:tr>
              <a:tr h="790575">
                <a:tc>
                  <a:txBody>
                    <a:bodyPr wrap="none" lIns="152400" tIns="95250" rIns="152400" bIns="95250">
                      <a:noAutofit/>
                    </a:bodyPr>
                    <a:lstStyle/>
                    <a:p>
                      <a:pPr algn="l"/>
                      <a:r>
                        <a:rPr sz="1725" b="1">
                          <a:solidFill>
                            <a:srgbClr val="173449"/>
                          </a:solidFill>
                          <a:latin typeface="Malgun Gothic"/>
                          <a:ea typeface="Malgun Gothic"/>
                          <a:cs typeface="Malgun Gothic"/>
                        </a:rPr>
                        <a:t>Teams</a:t>
                      </a:r>
                    </a:p>
                  </a:txBody>
                  <a:tcPr marL="91440" marR="91440" marT="45720" marB="45720" anchor="ctr">
                    <a:solidFill>
                      <a:srgbClr val="F3F7F9"/>
                    </a:solidFill>
                  </a:tcPr>
                </a:tc>
                <a:tc>
                  <a:txBody>
                    <a:bodyPr wrap="none" lIns="152400" tIns="95250" rIns="152400" bIns="95250">
                      <a:noAutofit/>
                    </a:bodyPr>
                    <a:lstStyle/>
                    <a:p>
                      <a:pPr algn="l"/>
                      <a:r>
                        <a:rPr sz="1725" b="0">
                          <a:solidFill>
                            <a:srgbClr val="173449"/>
                          </a:solidFill>
                          <a:latin typeface="Malgun Gothic"/>
                          <a:ea typeface="Malgun Gothic"/>
                          <a:cs typeface="Malgun Gothic"/>
                        </a:rPr>
                        <a:t>작성자, 대화명, 시각</a:t>
                      </a:r>
                    </a:p>
                    <a:p>
                      <a:pPr algn="l"/>
                      <a:r>
                        <a:rPr sz="1725" b="0">
                          <a:solidFill>
                            <a:srgbClr val="173449"/>
                          </a:solidFill>
                          <a:latin typeface="Malgun Gothic"/>
                          <a:ea typeface="Malgun Gothic"/>
                          <a:cs typeface="Malgun Gothic"/>
                        </a:rPr>
                        <a:t>앱/웹 발췌문 앞 200자</a:t>
                      </a:r>
                    </a:p>
                  </a:txBody>
                  <a:tcPr marL="91440" marR="91440" marT="45720" marB="45720" anchor="ctr">
                    <a:solidFill>
                      <a:srgbClr val="F3F7F9"/>
                    </a:solidFill>
                  </a:tcPr>
                </a:tc>
                <a:tc>
                  <a:txBody>
                    <a:bodyPr wrap="none" lIns="152400" tIns="95250" rIns="152400" bIns="95250">
                      <a:noAutofit/>
                    </a:bodyPr>
                    <a:lstStyle/>
                    <a:p>
                      <a:pPr algn="l"/>
                      <a:r>
                        <a:rPr sz="1725" b="0">
                          <a:solidFill>
                            <a:srgbClr val="173449"/>
                          </a:solidFill>
                          <a:latin typeface="Malgun Gothic"/>
                          <a:ea typeface="Malgun Gothic"/>
                          <a:cs typeface="Malgun Gothic"/>
                        </a:rPr>
                        <a:t>계정 전체 대화와 미표시 과거 대화</a:t>
                      </a:r>
                    </a:p>
                    <a:p>
                      <a:pPr algn="l"/>
                      <a:r>
                        <a:rPr sz="1725" b="0">
                          <a:solidFill>
                            <a:srgbClr val="173449"/>
                          </a:solidFill>
                          <a:latin typeface="Malgun Gothic"/>
                          <a:ea typeface="Malgun Gothic"/>
                          <a:cs typeface="Malgun Gothic"/>
                        </a:rPr>
                        <a:t>첨부파일 자체</a:t>
                      </a:r>
                    </a:p>
                  </a:txBody>
                  <a:tcPr marL="91440" marR="91440" marT="45720" marB="45720" anchor="ctr">
                    <a:solidFill>
                      <a:srgbClr val="F3F7F9"/>
                    </a:solidFill>
                  </a:tcPr>
                </a:tc>
              </a:tr>
              <a:tr h="790575">
                <a:tc>
                  <a:txBody>
                    <a:bodyPr wrap="none" lIns="152400" tIns="95250" rIns="152400" bIns="95250">
                      <a:noAutofit/>
                    </a:bodyPr>
                    <a:lstStyle/>
                    <a:p>
                      <a:pPr algn="l"/>
                      <a:r>
                        <a:rPr sz="1725" b="1">
                          <a:solidFill>
                            <a:srgbClr val="173449"/>
                          </a:solidFill>
                          <a:latin typeface="Malgun Gothic"/>
                          <a:ea typeface="Malgun Gothic"/>
                          <a:cs typeface="Malgun Gothic"/>
                        </a:rPr>
                        <a:t>파일 기록</a:t>
                      </a:r>
                    </a:p>
                  </a:txBody>
                  <a:tcPr marL="91440" marR="91440" marT="45720" marB="45720" anchor="ctr">
                    <a:solidFill>
                      <a:srgbClr val="FFFFFF"/>
                    </a:solidFill>
                  </a:tcPr>
                </a:tc>
                <a:tc>
                  <a:txBody>
                    <a:bodyPr wrap="none" lIns="152400" tIns="95250" rIns="152400" bIns="95250">
                      <a:noAutofit/>
                    </a:bodyPr>
                    <a:lstStyle/>
                    <a:p>
                      <a:pPr algn="l"/>
                      <a:r>
                        <a:rPr sz="1725" b="0">
                          <a:solidFill>
                            <a:srgbClr val="173449"/>
                          </a:solidFill>
                          <a:latin typeface="Malgun Gothic"/>
                          <a:ea typeface="Malgun Gothic"/>
                          <a:cs typeface="Malgun Gothic"/>
                        </a:rPr>
                        <a:t>경로, 이름, 변경 시각</a:t>
                      </a:r>
                    </a:p>
                    <a:p>
                      <a:pPr algn="l"/>
                      <a:r>
                        <a:rPr sz="1725" b="0">
                          <a:solidFill>
                            <a:srgbClr val="173449"/>
                          </a:solidFill>
                          <a:latin typeface="Malgun Gothic"/>
                          <a:ea typeface="Malgun Gothic"/>
                          <a:cs typeface="Malgun Gothic"/>
                        </a:rPr>
                        <a:t>일부 내용 단서: 일반 70자, 제목 80자</a:t>
                      </a:r>
                    </a:p>
                  </a:txBody>
                  <a:tcPr marL="91440" marR="91440" marT="45720" marB="45720" anchor="ctr">
                    <a:solidFill>
                      <a:srgbClr val="FFFFFF"/>
                    </a:solidFill>
                  </a:tcPr>
                </a:tc>
                <a:tc>
                  <a:txBody>
                    <a:bodyPr wrap="none" lIns="152400" tIns="95250" rIns="152400" bIns="95250">
                      <a:noAutofit/>
                    </a:bodyPr>
                    <a:lstStyle/>
                    <a:p>
                      <a:pPr algn="l"/>
                      <a:r>
                        <a:rPr sz="1725" b="0">
                          <a:solidFill>
                            <a:srgbClr val="173449"/>
                          </a:solidFill>
                          <a:latin typeface="Malgun Gothic"/>
                          <a:ea typeface="Malgun Gothic"/>
                          <a:cs typeface="Malgun Gothic"/>
                        </a:rPr>
                        <a:t>모든 문서 본문과 전체 편집 이력</a:t>
                      </a:r>
                    </a:p>
                  </a:txBody>
                  <a:tcPr marL="91440" marR="91440" marT="45720" marB="45720" anchor="ctr">
                    <a:solidFill>
                      <a:srgbClr val="FFFFFF"/>
                    </a:solidFill>
                  </a:tcPr>
                </a:tc>
              </a:tr>
              <a:tr h="790575">
                <a:tc>
                  <a:txBody>
                    <a:bodyPr wrap="none" lIns="152400" tIns="95250" rIns="152400" bIns="95250">
                      <a:noAutofit/>
                    </a:bodyPr>
                    <a:lstStyle/>
                    <a:p>
                      <a:pPr algn="l"/>
                      <a:r>
                        <a:rPr sz="1725" b="1">
                          <a:solidFill>
                            <a:srgbClr val="173449"/>
                          </a:solidFill>
                          <a:latin typeface="Malgun Gothic"/>
                          <a:ea typeface="Malgun Gothic"/>
                          <a:cs typeface="Malgun Gothic"/>
                        </a:rPr>
                        <a:t>PC 기록</a:t>
                      </a:r>
                    </a:p>
                  </a:txBody>
                  <a:tcPr marL="91440" marR="91440" marT="45720" marB="45720" anchor="ctr">
                    <a:solidFill>
                      <a:srgbClr val="F3F7F9"/>
                    </a:solidFill>
                  </a:tcPr>
                </a:tc>
                <a:tc>
                  <a:txBody>
                    <a:bodyPr wrap="none" lIns="152400" tIns="95250" rIns="152400" bIns="95250">
                      <a:noAutofit/>
                    </a:bodyPr>
                    <a:lstStyle/>
                    <a:p>
                      <a:pPr algn="l"/>
                      <a:r>
                        <a:rPr sz="1725" b="0">
                          <a:solidFill>
                            <a:srgbClr val="173449"/>
                          </a:solidFill>
                          <a:latin typeface="Malgun Gothic"/>
                          <a:ea typeface="Malgun Gothic"/>
                          <a:cs typeface="Malgun Gothic"/>
                        </a:rPr>
                        <a:t>OS 이벤트와 브라우저 방문 시각</a:t>
                      </a:r>
                    </a:p>
                    <a:p>
                      <a:pPr algn="l"/>
                      <a:r>
                        <a:rPr sz="1725" b="0">
                          <a:solidFill>
                            <a:srgbClr val="173449"/>
                          </a:solidFill>
                          <a:latin typeface="Malgun Gothic"/>
                          <a:ea typeface="Malgun Gothic"/>
                          <a:cs typeface="Malgun Gothic"/>
                        </a:rPr>
                        <a:t>PC 사용 구간 추정</a:t>
                      </a:r>
                    </a:p>
                  </a:txBody>
                  <a:tcPr marL="91440" marR="91440" marT="45720" marB="45720" anchor="ctr">
                    <a:solidFill>
                      <a:srgbClr val="F3F7F9"/>
                    </a:solidFill>
                  </a:tcPr>
                </a:tc>
                <a:tc>
                  <a:txBody>
                    <a:bodyPr wrap="none" lIns="152400" tIns="95250" rIns="152400" bIns="95250">
                      <a:noAutofit/>
                    </a:bodyPr>
                    <a:lstStyle/>
                    <a:p>
                      <a:pPr algn="l"/>
                      <a:r>
                        <a:rPr sz="1725" b="0">
                          <a:solidFill>
                            <a:srgbClr val="173449"/>
                          </a:solidFill>
                          <a:latin typeface="Malgun Gothic"/>
                          <a:ea typeface="Malgun Gothic"/>
                          <a:cs typeface="Malgun Gothic"/>
                        </a:rPr>
                        <a:t>키 입력과 화면 이미지</a:t>
                      </a:r>
                    </a:p>
                    <a:p>
                      <a:pPr algn="l"/>
                      <a:r>
                        <a:rPr sz="1725" b="0">
                          <a:solidFill>
                            <a:srgbClr val="173449"/>
                          </a:solidFill>
                          <a:latin typeface="Malgun Gothic"/>
                          <a:ea typeface="Malgun Gothic"/>
                          <a:cs typeface="Malgun Gothic"/>
                        </a:rPr>
                        <a:t>프로그램별 연속 사용시간</a:t>
                      </a:r>
                    </a:p>
                  </a:txBody>
                  <a:tcPr marL="91440" marR="91440" marT="45720" marB="45720" anchor="ctr">
                    <a:solidFill>
                      <a:srgbClr val="F3F7F9"/>
                    </a:solidFill>
                  </a:tcPr>
                </a:tc>
              </a:tr>
              <a:tr h="790575">
                <a:tc>
                  <a:txBody>
                    <a:bodyPr wrap="none" lIns="152400" tIns="95250" rIns="152400" bIns="95250">
                      <a:noAutofit/>
                    </a:bodyPr>
                    <a:lstStyle/>
                    <a:p>
                      <a:pPr algn="l"/>
                      <a:r>
                        <a:rPr sz="1725" b="1">
                          <a:solidFill>
                            <a:srgbClr val="173449"/>
                          </a:solidFill>
                          <a:latin typeface="Malgun Gothic"/>
                          <a:ea typeface="Malgun Gothic"/>
                          <a:cs typeface="Malgun Gothic"/>
                        </a:rPr>
                        <a:t>프로그램</a:t>
                      </a:r>
                    </a:p>
                    <a:p>
                      <a:pPr algn="l"/>
                      <a:r>
                        <a:rPr sz="1725" b="1">
                          <a:solidFill>
                            <a:srgbClr val="173449"/>
                          </a:solidFill>
                          <a:latin typeface="Malgun Gothic"/>
                          <a:ea typeface="Malgun Gothic"/>
                          <a:cs typeface="Malgun Gothic"/>
                        </a:rPr>
                        <a:t>사용시간</a:t>
                      </a:r>
                    </a:p>
                  </a:txBody>
                  <a:tcPr marL="91440" marR="91440" marT="45720" marB="45720" anchor="ctr">
                    <a:solidFill>
                      <a:srgbClr val="FFFFFF"/>
                    </a:solidFill>
                  </a:tcPr>
                </a:tc>
                <a:tc>
                  <a:txBody>
                    <a:bodyPr wrap="none" lIns="152400" tIns="95250" rIns="152400" bIns="95250">
                      <a:noAutofit/>
                    </a:bodyPr>
                    <a:lstStyle/>
                    <a:p>
                      <a:pPr algn="l"/>
                      <a:r>
                        <a:rPr sz="1725" b="0">
                          <a:solidFill>
                            <a:srgbClr val="173449"/>
                          </a:solidFill>
                          <a:latin typeface="Malgun Gothic"/>
                          <a:ea typeface="Malgun Gothic"/>
                          <a:cs typeface="Malgun Gothic"/>
                        </a:rPr>
                        <a:t>제출 범위 제외</a:t>
                      </a:r>
                    </a:p>
                  </a:txBody>
                  <a:tcPr marL="91440" marR="91440" marT="45720" marB="45720" anchor="ctr">
                    <a:solidFill>
                      <a:srgbClr val="FFFFFF"/>
                    </a:solidFill>
                  </a:tcPr>
                </a:tc>
                <a:tc>
                  <a:txBody>
                    <a:bodyPr wrap="none" lIns="152400" tIns="95250" rIns="152400" bIns="95250">
                      <a:noAutofit/>
                    </a:bodyPr>
                    <a:lstStyle/>
                    <a:p>
                      <a:pPr algn="l"/>
                      <a:r>
                        <a:rPr sz="1725" b="0">
                          <a:solidFill>
                            <a:srgbClr val="173449"/>
                          </a:solidFill>
                          <a:latin typeface="Malgun Gothic"/>
                          <a:ea typeface="Malgun Gothic"/>
                          <a:cs typeface="Malgun Gothic"/>
                        </a:rPr>
                        <a:t>프로그램별 신규 관측 시간</a:t>
                      </a:r>
                    </a:p>
                  </a:txBody>
                  <a:tcPr marL="91440" marR="91440" marT="45720" marB="45720" anchor="ctr">
                    <a:solidFill>
                      <a:srgbClr val="FFFFFF"/>
                    </a:solidFill>
                  </a:tcPr>
                </a:tc>
              </a:tr>
            </a:tbl>
          </a:graphicData>
        </a:graphic>
      </p:graphicFrame>
      <p:sp>
        <p:nvSpPr>
          <p:cNvPr id="5" name="text-80">
            <a:extLst xmlns:a="http://schemas.openxmlformats.org/drawingml/2006/main">
              <a:ext uri="{FF2B5EF4-FFF2-40B4-BE49-F238E27FC236}">
                <a16:creationId xmlns:a16="http://schemas.microsoft.com/office/drawing/2014/main" id="{183D039D-3D59-4AD8-9E48-E5DEDD3FFF37}"/>
              </a:ext>
            </a:extLst>
          </p:cNvPr>
          <p:cNvSpPr>
            <a:spLocks xmlns:a="http://schemas.openxmlformats.org/drawingml/2006/main" noGrp="1"/>
          </p:cNvSpPr>
          <p:nvPr/>
        </p:nvSpPr>
        <p:spPr>
          <a:xfrm xmlns:a="http://schemas.openxmlformats.org/drawingml/2006/main">
            <a:off x="609600" y="59245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06577"/>
                </a:solidFill>
                <a:latin typeface="Malgun Gothic"/>
                <a:ea typeface="Malgun Gothic"/>
                <a:cs typeface="Malgun Gothic"/>
              </a:defRPr>
            </a:pPr>
            <a:r>
              <a:rPr sz="1725" b="0">
                <a:solidFill>
                  <a:srgbClr val="506577"/>
                </a:solidFill>
                <a:latin typeface="Malgun Gothic"/>
                <a:ea typeface="Malgun Gothic"/>
                <a:cs typeface="Malgun Gothic"/>
              </a:rPr>
              <a:t>별도 원자료: Teams 화면 텍스트, Copilot 조회 응답</a:t>
            </a:r>
          </a:p>
        </p:txBody>
      </p:sp>
    </p:spTree>
    <p:extLst>
      <p:ext uri="{BB962C8B-B14F-4D97-AF65-F5344CB8AC3E}">
        <p14:creationId xmlns:p14="http://schemas.microsoft.com/office/powerpoint/2010/main" val="9765701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text-81">
            <a:extLst xmlns:a="http://schemas.openxmlformats.org/drawingml/2006/main">
              <a:ext uri="{FF2B5EF4-FFF2-40B4-BE49-F238E27FC236}">
                <a16:creationId xmlns:a16="http://schemas.microsoft.com/office/drawing/2014/main" id="{DDC4A555-16B0-4356-8D65-2D59CD6BD564}"/>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173449"/>
                </a:solidFill>
                <a:latin typeface="Malgun Gothic"/>
                <a:ea typeface="Malgun Gothic"/>
                <a:cs typeface="Malgun Gothic"/>
              </a:defRPr>
            </a:pPr>
            <a:r>
              <a:rPr sz="3300" b="1">
                <a:solidFill>
                  <a:srgbClr val="173449"/>
                </a:solidFill>
                <a:latin typeface="Malgun Gothic"/>
                <a:ea typeface="Malgun Gothic"/>
                <a:cs typeface="Malgun Gothic"/>
              </a:rPr>
              <a:t>Copilot 사용 구분</a:t>
            </a:r>
          </a:p>
        </p:txBody>
      </p:sp>
      <p:sp>
        <p:nvSpPr>
          <p:cNvPr id="2" name="text-82">
            <a:extLst xmlns:a="http://schemas.openxmlformats.org/drawingml/2006/main">
              <a:ext uri="{FF2B5EF4-FFF2-40B4-BE49-F238E27FC236}">
                <a16:creationId xmlns:a16="http://schemas.microsoft.com/office/drawing/2014/main" id="{E7CD459B-6BDB-49EA-9C3B-A7B656C3AFE0}"/>
              </a:ext>
            </a:extLst>
          </p:cNvPr>
          <p:cNvSpPr>
            <a:spLocks xmlns:a="http://schemas.openxmlformats.org/drawingml/2006/main" noGrp="1"/>
          </p:cNvSpPr>
          <p:nvPr/>
        </p:nvSpPr>
        <p:spPr>
          <a:xfrm xmlns:a="http://schemas.openxmlformats.org/drawingml/2006/main">
            <a:off x="609600" y="6410325"/>
            <a:ext cx="7810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506577"/>
                </a:solidFill>
                <a:latin typeface="Malgun Gothic"/>
                <a:ea typeface="Malgun Gothic"/>
                <a:cs typeface="Malgun Gothic"/>
              </a:defRPr>
            </a:pPr>
            <a:r>
              <a:rPr sz="1350" b="0">
                <a:solidFill>
                  <a:srgbClr val="506577"/>
                </a:solidFill>
                <a:latin typeface="Malgun Gothic"/>
                <a:ea typeface="Malgun Gothic"/>
                <a:cs typeface="Malgun Gothic"/>
              </a:rPr>
              <a:t>로드모니터 LM24 v24.0.18</a:t>
            </a:r>
          </a:p>
        </p:txBody>
      </p:sp>
      <p:sp>
        <p:nvSpPr>
          <p:cNvPr id="3" name="text-83">
            <a:extLst xmlns:a="http://schemas.openxmlformats.org/drawingml/2006/main">
              <a:ext uri="{FF2B5EF4-FFF2-40B4-BE49-F238E27FC236}">
                <a16:creationId xmlns:a16="http://schemas.microsoft.com/office/drawing/2014/main" id="{840134B1-064A-42C1-AFC3-3F9AF595348B}"/>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00" b="0">
                <a:solidFill>
                  <a:srgbClr val="506577"/>
                </a:solidFill>
                <a:latin typeface="Malgun Gothic"/>
                <a:ea typeface="Malgun Gothic"/>
                <a:cs typeface="Malgun Gothic"/>
              </a:defRPr>
            </a:pPr>
            <a:r>
              <a:rPr sz="1500" b="0">
                <a:solidFill>
                  <a:srgbClr val="506577"/>
                </a:solidFill>
                <a:latin typeface="Malgun Gothic"/>
                <a:ea typeface="Malgun Gothic"/>
                <a:cs typeface="Malgun Gothic"/>
              </a:rPr>
              <a:t>04</a:t>
            </a:r>
          </a:p>
        </p:txBody>
      </p:sp>
      <p:sp>
        <p:nvSpPr>
          <p:cNvPr id="4" name="text-84">
            <a:extLst xmlns:a="http://schemas.openxmlformats.org/drawingml/2006/main">
              <a:ext uri="{FF2B5EF4-FFF2-40B4-BE49-F238E27FC236}">
                <a16:creationId xmlns:a16="http://schemas.microsoft.com/office/drawing/2014/main" id="{BCA611D0-D139-4A6C-BEAB-238F8E9780CA}"/>
              </a:ext>
            </a:extLst>
          </p:cNvPr>
          <p:cNvSpPr>
            <a:spLocks xmlns:a="http://schemas.openxmlformats.org/drawingml/2006/main" noGrp="1"/>
          </p:cNvSpPr>
          <p:nvPr/>
        </p:nvSpPr>
        <p:spPr>
          <a:xfrm xmlns:a="http://schemas.openxmlformats.org/drawingml/2006/main">
            <a:off x="609600" y="1714500"/>
            <a:ext cx="1571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73449"/>
                </a:solidFill>
                <a:latin typeface="Malgun Gothic"/>
                <a:ea typeface="Malgun Gothic"/>
                <a:cs typeface="Malgun Gothic"/>
              </a:defRPr>
            </a:pPr>
            <a:r>
              <a:rPr sz="2025" b="1">
                <a:solidFill>
                  <a:srgbClr val="173449"/>
                </a:solidFill>
                <a:latin typeface="Malgun Gothic"/>
                <a:ea typeface="Malgun Gothic"/>
                <a:cs typeface="Malgun Gothic"/>
              </a:rPr>
              <a:t>수집 조회</a:t>
            </a:r>
          </a:p>
        </p:txBody>
      </p:sp>
      <p:sp>
        <p:nvSpPr>
          <p:cNvPr id="5" name="text-85">
            <a:extLst xmlns:a="http://schemas.openxmlformats.org/drawingml/2006/main">
              <a:ext uri="{FF2B5EF4-FFF2-40B4-BE49-F238E27FC236}">
                <a16:creationId xmlns:a16="http://schemas.microsoft.com/office/drawing/2014/main" id="{CF501257-AFFD-40D2-86F0-18D7F355E718}"/>
              </a:ext>
            </a:extLst>
          </p:cNvPr>
          <p:cNvSpPr>
            <a:spLocks xmlns:a="http://schemas.openxmlformats.org/drawingml/2006/main" noGrp="1"/>
          </p:cNvSpPr>
          <p:nvPr/>
        </p:nvSpPr>
        <p:spPr>
          <a:xfrm xmlns:a="http://schemas.openxmlformats.org/drawingml/2006/main">
            <a:off x="609600" y="221932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506577"/>
                </a:solidFill>
                <a:latin typeface="Malgun Gothic"/>
                <a:ea typeface="Malgun Gothic"/>
                <a:cs typeface="Malgun Gothic"/>
              </a:defRPr>
            </a:pPr>
            <a:r>
              <a:rPr sz="1500" b="0">
                <a:solidFill>
                  <a:srgbClr val="506577"/>
                </a:solidFill>
                <a:latin typeface="Malgun Gothic"/>
                <a:ea typeface="Malgun Gothic"/>
                <a:cs typeface="Malgun Gothic"/>
              </a:rPr>
              <a:t>필요시 대체 조회</a:t>
            </a:r>
          </a:p>
        </p:txBody>
      </p:sp>
      <p:sp>
        <p:nvSpPr>
          <p:cNvPr id="6" name="diagram-box-86">
            <a:extLst xmlns:a="http://schemas.openxmlformats.org/drawingml/2006/main">
              <a:ext uri="{FF2B5EF4-FFF2-40B4-BE49-F238E27FC236}">
                <a16:creationId xmlns:a16="http://schemas.microsoft.com/office/drawing/2014/main" id="{67988041-A618-4129-B777-7EDC22A5EC35}"/>
              </a:ext>
            </a:extLst>
          </p:cNvPr>
          <p:cNvSpPr>
            <a:spLocks xmlns:a="http://schemas.openxmlformats.org/drawingml/2006/main" noGrp="1"/>
          </p:cNvSpPr>
          <p:nvPr/>
        </p:nvSpPr>
        <p:spPr>
          <a:xfrm xmlns:a="http://schemas.openxmlformats.org/drawingml/2006/main">
            <a:off x="2400300" y="1638300"/>
            <a:ext cx="2257425" cy="1038225"/>
          </a:xfrm>
          <a:prstGeom xmlns:a="http://schemas.openxmlformats.org/drawingml/2006/main" prst="rect">
            <a:avLst/>
          </a:prstGeom>
          <a:solidFill xmlns:a="http://schemas.openxmlformats.org/drawingml/2006/main">
            <a:srgbClr val="F3F7F9"/>
          </a:solidFill>
          <a:ln xmlns:a="http://schemas.openxmlformats.org/drawingml/2006/main" w="12383">
            <a:solidFill>
              <a:srgbClr val="B6C7D2"/>
            </a:solidFill>
          </a:ln>
        </p:spPr>
      </p:sp>
      <p:sp>
        <p:nvSpPr>
          <p:cNvPr id="7" name="text-87">
            <a:extLst xmlns:a="http://schemas.openxmlformats.org/drawingml/2006/main">
              <a:ext uri="{FF2B5EF4-FFF2-40B4-BE49-F238E27FC236}">
                <a16:creationId xmlns:a16="http://schemas.microsoft.com/office/drawing/2014/main" id="{3485BD3A-C8D0-40CD-B65F-3DB2520F3C84}"/>
              </a:ext>
            </a:extLst>
          </p:cNvPr>
          <p:cNvSpPr>
            <a:spLocks xmlns:a="http://schemas.openxmlformats.org/drawingml/2006/main" noGrp="1"/>
          </p:cNvSpPr>
          <p:nvPr/>
        </p:nvSpPr>
        <p:spPr>
          <a:xfrm xmlns:a="http://schemas.openxmlformats.org/drawingml/2006/main">
            <a:off x="2476500" y="1714500"/>
            <a:ext cx="21050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173449"/>
                </a:solidFill>
                <a:latin typeface="Malgun Gothic"/>
                <a:ea typeface="Malgun Gothic"/>
                <a:cs typeface="Malgun Gothic"/>
              </a:defRPr>
            </a:pPr>
            <a:r>
              <a:rPr sz="1950" b="1">
                <a:solidFill>
                  <a:srgbClr val="173449"/>
                </a:solidFill>
                <a:latin typeface="Malgun Gothic"/>
                <a:ea typeface="Malgun Gothic"/>
                <a:cs typeface="Malgun Gothic"/>
              </a:rPr>
              <a:t>조회 기간과 조건</a:t>
            </a:r>
          </a:p>
        </p:txBody>
      </p:sp>
      <p:sp>
        <p:nvSpPr>
          <p:cNvPr id="8" name="diagram-box-88">
            <a:extLst xmlns:a="http://schemas.openxmlformats.org/drawingml/2006/main">
              <a:ext uri="{FF2B5EF4-FFF2-40B4-BE49-F238E27FC236}">
                <a16:creationId xmlns:a16="http://schemas.microsoft.com/office/drawing/2014/main" id="{D79A06C3-4E23-43F3-B08F-35D875E034FA}"/>
              </a:ext>
            </a:extLst>
          </p:cNvPr>
          <p:cNvSpPr>
            <a:spLocks xmlns:a="http://schemas.openxmlformats.org/drawingml/2006/main" noGrp="1"/>
          </p:cNvSpPr>
          <p:nvPr/>
        </p:nvSpPr>
        <p:spPr>
          <a:xfrm xmlns:a="http://schemas.openxmlformats.org/drawingml/2006/main">
            <a:off x="5248275" y="1638300"/>
            <a:ext cx="2695575" cy="1038225"/>
          </a:xfrm>
          <a:prstGeom xmlns:a="http://schemas.openxmlformats.org/drawingml/2006/main" prst="rect">
            <a:avLst/>
          </a:prstGeom>
          <a:solidFill xmlns:a="http://schemas.openxmlformats.org/drawingml/2006/main">
            <a:srgbClr val="F3F7F9"/>
          </a:solidFill>
          <a:ln xmlns:a="http://schemas.openxmlformats.org/drawingml/2006/main" w="12383">
            <a:solidFill>
              <a:srgbClr val="B6C7D2"/>
            </a:solidFill>
          </a:ln>
        </p:spPr>
      </p:sp>
      <p:sp>
        <p:nvSpPr>
          <p:cNvPr id="9" name="text-89">
            <a:extLst xmlns:a="http://schemas.openxmlformats.org/drawingml/2006/main">
              <a:ext uri="{FF2B5EF4-FFF2-40B4-BE49-F238E27FC236}">
                <a16:creationId xmlns:a16="http://schemas.microsoft.com/office/drawing/2014/main" id="{8C174CEE-559F-4CA3-B2E4-770ED169853A}"/>
              </a:ext>
            </a:extLst>
          </p:cNvPr>
          <p:cNvSpPr>
            <a:spLocks xmlns:a="http://schemas.openxmlformats.org/drawingml/2006/main" noGrp="1"/>
          </p:cNvSpPr>
          <p:nvPr/>
        </p:nvSpPr>
        <p:spPr>
          <a:xfrm xmlns:a="http://schemas.openxmlformats.org/drawingml/2006/main">
            <a:off x="5324475" y="1714500"/>
            <a:ext cx="25431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137D83"/>
                </a:solidFill>
                <a:latin typeface="Malgun Gothic"/>
                <a:ea typeface="Malgun Gothic"/>
                <a:cs typeface="Malgun Gothic"/>
              </a:defRPr>
            </a:pPr>
            <a:r>
              <a:rPr sz="1950" b="1">
                <a:solidFill>
                  <a:srgbClr val="137D83"/>
                </a:solidFill>
                <a:latin typeface="Malgun Gothic"/>
                <a:ea typeface="Malgun Gothic"/>
                <a:cs typeface="Malgun Gothic"/>
              </a:rPr>
              <a:t>Copilot 조회</a:t>
            </a:r>
          </a:p>
        </p:txBody>
      </p:sp>
      <p:sp>
        <p:nvSpPr>
          <p:cNvPr id="10" name="diagram-box-90">
            <a:extLst xmlns:a="http://schemas.openxmlformats.org/drawingml/2006/main">
              <a:ext uri="{FF2B5EF4-FFF2-40B4-BE49-F238E27FC236}">
                <a16:creationId xmlns:a16="http://schemas.microsoft.com/office/drawing/2014/main" id="{E92EDE11-E866-4662-ADB1-AD49C21ADDCF}"/>
              </a:ext>
            </a:extLst>
          </p:cNvPr>
          <p:cNvSpPr>
            <a:spLocks xmlns:a="http://schemas.openxmlformats.org/drawingml/2006/main" noGrp="1"/>
          </p:cNvSpPr>
          <p:nvPr/>
        </p:nvSpPr>
        <p:spPr>
          <a:xfrm xmlns:a="http://schemas.openxmlformats.org/drawingml/2006/main">
            <a:off x="8534400" y="1638300"/>
            <a:ext cx="3028950" cy="1038225"/>
          </a:xfrm>
          <a:prstGeom xmlns:a="http://schemas.openxmlformats.org/drawingml/2006/main" prst="rect">
            <a:avLst/>
          </a:prstGeom>
          <a:solidFill xmlns:a="http://schemas.openxmlformats.org/drawingml/2006/main">
            <a:srgbClr val="F3F7F9"/>
          </a:solidFill>
          <a:ln xmlns:a="http://schemas.openxmlformats.org/drawingml/2006/main" w="12383">
            <a:solidFill>
              <a:srgbClr val="B6C7D2"/>
            </a:solidFill>
          </a:ln>
        </p:spPr>
      </p:sp>
      <p:sp>
        <p:nvSpPr>
          <p:cNvPr id="11" name="text-91">
            <a:extLst xmlns:a="http://schemas.openxmlformats.org/drawingml/2006/main">
              <a:ext uri="{FF2B5EF4-FFF2-40B4-BE49-F238E27FC236}">
                <a16:creationId xmlns:a16="http://schemas.microsoft.com/office/drawing/2014/main" id="{F8C7190D-5423-4A63-B403-D03E31C3233E}"/>
              </a:ext>
            </a:extLst>
          </p:cNvPr>
          <p:cNvSpPr>
            <a:spLocks xmlns:a="http://schemas.openxmlformats.org/drawingml/2006/main" noGrp="1"/>
          </p:cNvSpPr>
          <p:nvPr/>
        </p:nvSpPr>
        <p:spPr>
          <a:xfrm xmlns:a="http://schemas.openxmlformats.org/drawingml/2006/main">
            <a:off x="8610600" y="1714500"/>
            <a:ext cx="28765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173449"/>
                </a:solidFill>
                <a:latin typeface="Malgun Gothic"/>
                <a:ea typeface="Malgun Gothic"/>
                <a:cs typeface="Malgun Gothic"/>
              </a:defRPr>
            </a:pPr>
            <a:r>
              <a:rPr sz="1950" b="1">
                <a:solidFill>
                  <a:srgbClr val="173449"/>
                </a:solidFill>
                <a:latin typeface="Malgun Gothic"/>
                <a:ea typeface="Malgun Gothic"/>
                <a:cs typeface="Malgun Gothic"/>
              </a:rPr>
              <a:t>응답 원문 보관</a:t>
            </a:r>
          </a:p>
          <a:p xmlns:a="http://schemas.openxmlformats.org/drawingml/2006/main">
            <a:pPr algn="ctr">
              <a:defRPr sz="1950" b="1">
                <a:solidFill>
                  <a:srgbClr val="173449"/>
                </a:solidFill>
                <a:latin typeface="Malgun Gothic"/>
                <a:ea typeface="Malgun Gothic"/>
                <a:cs typeface="Malgun Gothic"/>
              </a:defRPr>
            </a:pPr>
            <a:r>
              <a:rPr sz="1950" b="1">
                <a:solidFill>
                  <a:srgbClr val="173449"/>
                </a:solidFill>
                <a:latin typeface="Malgun Gothic"/>
                <a:ea typeface="Malgun Gothic"/>
                <a:cs typeface="Malgun Gothic"/>
              </a:rPr>
              <a:t>수집 CSV 생성</a:t>
            </a:r>
          </a:p>
        </p:txBody>
      </p:sp>
      <p:cxnSp>
        <p:nvCxnSpPr>
          <p:cNvPr id="45" name=""/>
          <p:cNvCxnSpPr>
            <a:stCxn xmlns:a="http://schemas.openxmlformats.org/drawingml/2006/main" id="6" idx="3"/>
            <a:endCxn xmlns:a="http://schemas.openxmlformats.org/drawingml/2006/main" id="8" idx="1"/>
          </p:cNvCxnSpPr>
          <p:nvPr/>
        </p:nvCxnSpPr>
        <p:spPr>
          <a:xfrm xmlns:a="http://schemas.openxmlformats.org/drawingml/2006/main">
            <a:off x="4657725" y="2157413"/>
            <a:ext cx="590550" cy="0"/>
          </a:xfrm>
          <a:prstGeom xmlns:a="http://schemas.openxmlformats.org/drawingml/2006/main" prst="straightConnector1">
            <a:avLst/>
          </a:prstGeom>
          <a:ln xmlns:a="http://schemas.openxmlformats.org/drawingml/2006/main" w="19050">
            <a:solidFill>
              <a:srgbClr val="506577"/>
            </a:solidFill>
            <a:tailEnd type="triangle" w="med" len="med"/>
          </a:ln>
        </p:spPr>
      </p:cxnSp>
      <p:cxnSp>
        <p:nvCxnSpPr>
          <p:cNvPr id="46" name=""/>
          <p:cNvCxnSpPr>
            <a:stCxn xmlns:a="http://schemas.openxmlformats.org/drawingml/2006/main" id="8" idx="3"/>
            <a:endCxn xmlns:a="http://schemas.openxmlformats.org/drawingml/2006/main" id="10" idx="1"/>
          </p:cNvCxnSpPr>
          <p:nvPr/>
        </p:nvCxnSpPr>
        <p:spPr>
          <a:xfrm xmlns:a="http://schemas.openxmlformats.org/drawingml/2006/main">
            <a:off x="7943850" y="2157413"/>
            <a:ext cx="590550" cy="0"/>
          </a:xfrm>
          <a:prstGeom xmlns:a="http://schemas.openxmlformats.org/drawingml/2006/main" prst="straightConnector1">
            <a:avLst/>
          </a:prstGeom>
          <a:ln xmlns:a="http://schemas.openxmlformats.org/drawingml/2006/main" w="19050">
            <a:solidFill>
              <a:srgbClr val="506577"/>
            </a:solidFill>
            <a:tailEnd type="triangle" w="med" len="med"/>
          </a:ln>
        </p:spPr>
      </p:cxnSp>
      <p:sp>
        <p:nvSpPr>
          <p:cNvPr id="14" name="text-92">
            <a:extLst xmlns:a="http://schemas.openxmlformats.org/drawingml/2006/main">
              <a:ext uri="{FF2B5EF4-FFF2-40B4-BE49-F238E27FC236}">
                <a16:creationId xmlns:a16="http://schemas.microsoft.com/office/drawing/2014/main" id="{B75E2659-3E5F-4E59-A5B0-1E9BA3BC44E1}"/>
              </a:ext>
            </a:extLst>
          </p:cNvPr>
          <p:cNvSpPr>
            <a:spLocks xmlns:a="http://schemas.openxmlformats.org/drawingml/2006/main" noGrp="1"/>
          </p:cNvSpPr>
          <p:nvPr/>
        </p:nvSpPr>
        <p:spPr>
          <a:xfrm xmlns:a="http://schemas.openxmlformats.org/drawingml/2006/main">
            <a:off x="609600" y="3238500"/>
            <a:ext cx="1571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73449"/>
                </a:solidFill>
                <a:latin typeface="Malgun Gothic"/>
                <a:ea typeface="Malgun Gothic"/>
                <a:cs typeface="Malgun Gothic"/>
              </a:defRPr>
            </a:pPr>
            <a:r>
              <a:rPr sz="2025" b="1">
                <a:solidFill>
                  <a:srgbClr val="173449"/>
                </a:solidFill>
                <a:latin typeface="Malgun Gothic"/>
                <a:ea typeface="Malgun Gothic"/>
                <a:cs typeface="Malgun Gothic"/>
              </a:rPr>
              <a:t>개인 분석</a:t>
            </a:r>
          </a:p>
        </p:txBody>
      </p:sp>
      <p:sp>
        <p:nvSpPr>
          <p:cNvPr id="15" name="text-93">
            <a:extLst xmlns:a="http://schemas.openxmlformats.org/drawingml/2006/main">
              <a:ext uri="{FF2B5EF4-FFF2-40B4-BE49-F238E27FC236}">
                <a16:creationId xmlns:a16="http://schemas.microsoft.com/office/drawing/2014/main" id="{5F1C7DCD-FABD-4EC4-84B6-BD63B7EEC6B8}"/>
              </a:ext>
            </a:extLst>
          </p:cNvPr>
          <p:cNvSpPr>
            <a:spLocks xmlns:a="http://schemas.openxmlformats.org/drawingml/2006/main" noGrp="1"/>
          </p:cNvSpPr>
          <p:nvPr/>
        </p:nvSpPr>
        <p:spPr>
          <a:xfrm xmlns:a="http://schemas.openxmlformats.org/drawingml/2006/main">
            <a:off x="609600" y="374332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506577"/>
                </a:solidFill>
                <a:latin typeface="Malgun Gothic"/>
                <a:ea typeface="Malgun Gothic"/>
                <a:cs typeface="Malgun Gothic"/>
              </a:defRPr>
            </a:pPr>
            <a:r>
              <a:rPr sz="1500" b="0">
                <a:solidFill>
                  <a:srgbClr val="506577"/>
                </a:solidFill>
                <a:latin typeface="Malgun Gothic"/>
                <a:ea typeface="Malgun Gothic"/>
                <a:cs typeface="Malgun Gothic"/>
              </a:rPr>
              <a:t>AI 정제 선택 시</a:t>
            </a:r>
          </a:p>
        </p:txBody>
      </p:sp>
      <p:sp>
        <p:nvSpPr>
          <p:cNvPr id="16" name="diagram-box-94">
            <a:extLst xmlns:a="http://schemas.openxmlformats.org/drawingml/2006/main">
              <a:ext uri="{FF2B5EF4-FFF2-40B4-BE49-F238E27FC236}">
                <a16:creationId xmlns:a16="http://schemas.microsoft.com/office/drawing/2014/main" id="{A96A7387-D463-4A29-BEDF-2783DE83F615}"/>
              </a:ext>
            </a:extLst>
          </p:cNvPr>
          <p:cNvSpPr>
            <a:spLocks xmlns:a="http://schemas.openxmlformats.org/drawingml/2006/main" noGrp="1"/>
          </p:cNvSpPr>
          <p:nvPr/>
        </p:nvSpPr>
        <p:spPr>
          <a:xfrm xmlns:a="http://schemas.openxmlformats.org/drawingml/2006/main">
            <a:off x="2400300" y="3162300"/>
            <a:ext cx="2257425" cy="1038225"/>
          </a:xfrm>
          <a:prstGeom xmlns:a="http://schemas.openxmlformats.org/drawingml/2006/main" prst="rect">
            <a:avLst/>
          </a:prstGeom>
          <a:solidFill xmlns:a="http://schemas.openxmlformats.org/drawingml/2006/main">
            <a:srgbClr val="F3F7F9"/>
          </a:solidFill>
          <a:ln xmlns:a="http://schemas.openxmlformats.org/drawingml/2006/main" w="12383">
            <a:solidFill>
              <a:srgbClr val="B6C7D2"/>
            </a:solidFill>
          </a:ln>
        </p:spPr>
      </p:sp>
      <p:sp>
        <p:nvSpPr>
          <p:cNvPr id="17" name="text-95">
            <a:extLst xmlns:a="http://schemas.openxmlformats.org/drawingml/2006/main">
              <a:ext uri="{FF2B5EF4-FFF2-40B4-BE49-F238E27FC236}">
                <a16:creationId xmlns:a16="http://schemas.microsoft.com/office/drawing/2014/main" id="{E197D276-A78C-4373-B246-0231E69863CD}"/>
              </a:ext>
            </a:extLst>
          </p:cNvPr>
          <p:cNvSpPr>
            <a:spLocks xmlns:a="http://schemas.openxmlformats.org/drawingml/2006/main" noGrp="1"/>
          </p:cNvSpPr>
          <p:nvPr/>
        </p:nvSpPr>
        <p:spPr>
          <a:xfrm xmlns:a="http://schemas.openxmlformats.org/drawingml/2006/main">
            <a:off x="2476500" y="3238500"/>
            <a:ext cx="21050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173449"/>
                </a:solidFill>
                <a:latin typeface="Malgun Gothic"/>
                <a:ea typeface="Malgun Gothic"/>
                <a:cs typeface="Malgun Gothic"/>
              </a:defRPr>
            </a:pPr>
            <a:r>
              <a:rPr sz="1950" b="1">
                <a:solidFill>
                  <a:srgbClr val="173449"/>
                </a:solidFill>
                <a:latin typeface="Malgun Gothic"/>
                <a:ea typeface="Malgun Gothic"/>
                <a:cs typeface="Malgun Gothic"/>
              </a:rPr>
              <a:t>선별 신호와 근거</a:t>
            </a:r>
          </a:p>
        </p:txBody>
      </p:sp>
      <p:sp>
        <p:nvSpPr>
          <p:cNvPr id="18" name="diagram-box-96">
            <a:extLst xmlns:a="http://schemas.openxmlformats.org/drawingml/2006/main">
              <a:ext uri="{FF2B5EF4-FFF2-40B4-BE49-F238E27FC236}">
                <a16:creationId xmlns:a16="http://schemas.microsoft.com/office/drawing/2014/main" id="{3EEB9C47-1EE3-4C9A-BEAB-A3D5D7F509BD}"/>
              </a:ext>
            </a:extLst>
          </p:cNvPr>
          <p:cNvSpPr>
            <a:spLocks xmlns:a="http://schemas.openxmlformats.org/drawingml/2006/main" noGrp="1"/>
          </p:cNvSpPr>
          <p:nvPr/>
        </p:nvSpPr>
        <p:spPr>
          <a:xfrm xmlns:a="http://schemas.openxmlformats.org/drawingml/2006/main">
            <a:off x="5248275" y="3162300"/>
            <a:ext cx="2695575" cy="1038225"/>
          </a:xfrm>
          <a:prstGeom xmlns:a="http://schemas.openxmlformats.org/drawingml/2006/main" prst="rect">
            <a:avLst/>
          </a:prstGeom>
          <a:solidFill xmlns:a="http://schemas.openxmlformats.org/drawingml/2006/main">
            <a:srgbClr val="F3F7F9"/>
          </a:solidFill>
          <a:ln xmlns:a="http://schemas.openxmlformats.org/drawingml/2006/main" w="12383">
            <a:solidFill>
              <a:srgbClr val="B6C7D2"/>
            </a:solidFill>
          </a:ln>
        </p:spPr>
      </p:sp>
      <p:sp>
        <p:nvSpPr>
          <p:cNvPr id="19" name="text-97">
            <a:extLst xmlns:a="http://schemas.openxmlformats.org/drawingml/2006/main">
              <a:ext uri="{FF2B5EF4-FFF2-40B4-BE49-F238E27FC236}">
                <a16:creationId xmlns:a16="http://schemas.microsoft.com/office/drawing/2014/main" id="{BE6E96C4-81A1-464F-9A76-005CEE828355}"/>
              </a:ext>
            </a:extLst>
          </p:cNvPr>
          <p:cNvSpPr>
            <a:spLocks xmlns:a="http://schemas.openxmlformats.org/drawingml/2006/main" noGrp="1"/>
          </p:cNvSpPr>
          <p:nvPr/>
        </p:nvSpPr>
        <p:spPr>
          <a:xfrm xmlns:a="http://schemas.openxmlformats.org/drawingml/2006/main">
            <a:off x="5324475" y="3238500"/>
            <a:ext cx="25431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137D83"/>
                </a:solidFill>
                <a:latin typeface="Malgun Gothic"/>
                <a:ea typeface="Malgun Gothic"/>
                <a:cs typeface="Malgun Gothic"/>
              </a:defRPr>
            </a:pPr>
            <a:r>
              <a:rPr sz="1950" b="1">
                <a:solidFill>
                  <a:srgbClr val="137D83"/>
                </a:solidFill>
                <a:latin typeface="Malgun Gothic"/>
                <a:ea typeface="Malgun Gothic"/>
                <a:cs typeface="Malgun Gothic"/>
              </a:rPr>
              <a:t>Copilot 판정 / 정제</a:t>
            </a:r>
          </a:p>
        </p:txBody>
      </p:sp>
      <p:sp>
        <p:nvSpPr>
          <p:cNvPr id="20" name="diagram-box-98">
            <a:extLst xmlns:a="http://schemas.openxmlformats.org/drawingml/2006/main">
              <a:ext uri="{FF2B5EF4-FFF2-40B4-BE49-F238E27FC236}">
                <a16:creationId xmlns:a16="http://schemas.microsoft.com/office/drawing/2014/main" id="{F97BAC5C-0945-465A-9DAB-9E011584C2C0}"/>
              </a:ext>
            </a:extLst>
          </p:cNvPr>
          <p:cNvSpPr>
            <a:spLocks xmlns:a="http://schemas.openxmlformats.org/drawingml/2006/main" noGrp="1"/>
          </p:cNvSpPr>
          <p:nvPr/>
        </p:nvSpPr>
        <p:spPr>
          <a:xfrm xmlns:a="http://schemas.openxmlformats.org/drawingml/2006/main">
            <a:off x="8534400" y="3162300"/>
            <a:ext cx="3028950" cy="1038225"/>
          </a:xfrm>
          <a:prstGeom xmlns:a="http://schemas.openxmlformats.org/drawingml/2006/main" prst="rect">
            <a:avLst/>
          </a:prstGeom>
          <a:solidFill xmlns:a="http://schemas.openxmlformats.org/drawingml/2006/main">
            <a:srgbClr val="F3F7F9"/>
          </a:solidFill>
          <a:ln xmlns:a="http://schemas.openxmlformats.org/drawingml/2006/main" w="12383">
            <a:solidFill>
              <a:srgbClr val="B6C7D2"/>
            </a:solidFill>
          </a:ln>
        </p:spPr>
      </p:sp>
      <p:sp>
        <p:nvSpPr>
          <p:cNvPr id="21" name="text-99">
            <a:extLst xmlns:a="http://schemas.openxmlformats.org/drawingml/2006/main">
              <a:ext uri="{FF2B5EF4-FFF2-40B4-BE49-F238E27FC236}">
                <a16:creationId xmlns:a16="http://schemas.microsoft.com/office/drawing/2014/main" id="{657A9748-80EA-4297-904A-61D59DC7D986}"/>
              </a:ext>
            </a:extLst>
          </p:cNvPr>
          <p:cNvSpPr>
            <a:spLocks xmlns:a="http://schemas.openxmlformats.org/drawingml/2006/main" noGrp="1"/>
          </p:cNvSpPr>
          <p:nvPr/>
        </p:nvSpPr>
        <p:spPr>
          <a:xfrm xmlns:a="http://schemas.openxmlformats.org/drawingml/2006/main">
            <a:off x="8610600" y="3238500"/>
            <a:ext cx="28765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173449"/>
                </a:solidFill>
                <a:latin typeface="Malgun Gothic"/>
                <a:ea typeface="Malgun Gothic"/>
                <a:cs typeface="Malgun Gothic"/>
              </a:defRPr>
            </a:pPr>
            <a:r>
              <a:rPr sz="1950" b="1">
                <a:solidFill>
                  <a:srgbClr val="173449"/>
                </a:solidFill>
                <a:latin typeface="Malgun Gothic"/>
                <a:ea typeface="Malgun Gothic"/>
                <a:cs typeface="Malgun Gothic"/>
              </a:rPr>
              <a:t>응답 반영</a:t>
            </a:r>
          </a:p>
          <a:p xmlns:a="http://schemas.openxmlformats.org/drawingml/2006/main">
            <a:pPr algn="ctr">
              <a:defRPr sz="1950" b="1">
                <a:solidFill>
                  <a:srgbClr val="173449"/>
                </a:solidFill>
                <a:latin typeface="Malgun Gothic"/>
                <a:ea typeface="Malgun Gothic"/>
                <a:cs typeface="Malgun Gothic"/>
              </a:defRPr>
            </a:pPr>
            <a:r>
              <a:rPr sz="1950" b="1">
                <a:solidFill>
                  <a:srgbClr val="173449"/>
                </a:solidFill>
                <a:latin typeface="Malgun Gothic"/>
                <a:ea typeface="Malgun Gothic"/>
                <a:cs typeface="Malgun Gothic"/>
              </a:rPr>
              <a:t>개인 결과 갱신</a:t>
            </a:r>
          </a:p>
        </p:txBody>
      </p:sp>
      <p:cxnSp>
        <p:nvCxnSpPr>
          <p:cNvPr id="55" name=""/>
          <p:cNvCxnSpPr>
            <a:stCxn xmlns:a="http://schemas.openxmlformats.org/drawingml/2006/main" id="16" idx="3"/>
            <a:endCxn xmlns:a="http://schemas.openxmlformats.org/drawingml/2006/main" id="18" idx="1"/>
          </p:cNvCxnSpPr>
          <p:nvPr/>
        </p:nvCxnSpPr>
        <p:spPr>
          <a:xfrm xmlns:a="http://schemas.openxmlformats.org/drawingml/2006/main">
            <a:off x="4657725" y="3681413"/>
            <a:ext cx="590550" cy="0"/>
          </a:xfrm>
          <a:prstGeom xmlns:a="http://schemas.openxmlformats.org/drawingml/2006/main" prst="straightConnector1">
            <a:avLst/>
          </a:prstGeom>
          <a:ln xmlns:a="http://schemas.openxmlformats.org/drawingml/2006/main" w="19050">
            <a:solidFill>
              <a:srgbClr val="506577"/>
            </a:solidFill>
            <a:tailEnd type="triangle" w="med" len="med"/>
          </a:ln>
        </p:spPr>
      </p:cxnSp>
      <p:cxnSp>
        <p:nvCxnSpPr>
          <p:cNvPr id="56" name=""/>
          <p:cNvCxnSpPr>
            <a:stCxn xmlns:a="http://schemas.openxmlformats.org/drawingml/2006/main" id="18" idx="3"/>
            <a:endCxn xmlns:a="http://schemas.openxmlformats.org/drawingml/2006/main" id="20" idx="1"/>
          </p:cNvCxnSpPr>
          <p:nvPr/>
        </p:nvCxnSpPr>
        <p:spPr>
          <a:xfrm xmlns:a="http://schemas.openxmlformats.org/drawingml/2006/main">
            <a:off x="7943850" y="3681413"/>
            <a:ext cx="590550" cy="0"/>
          </a:xfrm>
          <a:prstGeom xmlns:a="http://schemas.openxmlformats.org/drawingml/2006/main" prst="straightConnector1">
            <a:avLst/>
          </a:prstGeom>
          <a:ln xmlns:a="http://schemas.openxmlformats.org/drawingml/2006/main" w="19050">
            <a:solidFill>
              <a:srgbClr val="506577"/>
            </a:solidFill>
            <a:tailEnd type="triangle" w="med" len="med"/>
          </a:ln>
        </p:spPr>
      </p:cxnSp>
      <p:sp>
        <p:nvSpPr>
          <p:cNvPr id="24" name="text-100">
            <a:extLst xmlns:a="http://schemas.openxmlformats.org/drawingml/2006/main">
              <a:ext uri="{FF2B5EF4-FFF2-40B4-BE49-F238E27FC236}">
                <a16:creationId xmlns:a16="http://schemas.microsoft.com/office/drawing/2014/main" id="{DE145D7D-1819-4564-8951-8C9D014F4B60}"/>
              </a:ext>
            </a:extLst>
          </p:cNvPr>
          <p:cNvSpPr>
            <a:spLocks xmlns:a="http://schemas.openxmlformats.org/drawingml/2006/main" noGrp="1"/>
          </p:cNvSpPr>
          <p:nvPr/>
        </p:nvSpPr>
        <p:spPr>
          <a:xfrm xmlns:a="http://schemas.openxmlformats.org/drawingml/2006/main">
            <a:off x="609600" y="4762500"/>
            <a:ext cx="1571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73449"/>
                </a:solidFill>
                <a:latin typeface="Malgun Gothic"/>
                <a:ea typeface="Malgun Gothic"/>
                <a:cs typeface="Malgun Gothic"/>
              </a:defRPr>
            </a:pPr>
            <a:r>
              <a:rPr sz="2025" b="1">
                <a:solidFill>
                  <a:srgbClr val="173449"/>
                </a:solidFill>
                <a:latin typeface="Malgun Gothic"/>
                <a:ea typeface="Malgun Gothic"/>
                <a:cs typeface="Malgun Gothic"/>
              </a:rPr>
              <a:t>업무명 정리</a:t>
            </a:r>
          </a:p>
        </p:txBody>
      </p:sp>
      <p:sp>
        <p:nvSpPr>
          <p:cNvPr id="25" name="text-101">
            <a:extLst xmlns:a="http://schemas.openxmlformats.org/drawingml/2006/main">
              <a:ext uri="{FF2B5EF4-FFF2-40B4-BE49-F238E27FC236}">
                <a16:creationId xmlns:a16="http://schemas.microsoft.com/office/drawing/2014/main" id="{BA56C376-D886-4328-B47D-79E5F1B438F1}"/>
              </a:ext>
            </a:extLst>
          </p:cNvPr>
          <p:cNvSpPr>
            <a:spLocks xmlns:a="http://schemas.openxmlformats.org/drawingml/2006/main" noGrp="1"/>
          </p:cNvSpPr>
          <p:nvPr/>
        </p:nvSpPr>
        <p:spPr>
          <a:xfrm xmlns:a="http://schemas.openxmlformats.org/drawingml/2006/main">
            <a:off x="609600" y="526732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506577"/>
                </a:solidFill>
                <a:latin typeface="Malgun Gothic"/>
                <a:ea typeface="Malgun Gothic"/>
                <a:cs typeface="Malgun Gothic"/>
              </a:defRPr>
            </a:pPr>
            <a:r>
              <a:rPr sz="1500" b="0">
                <a:solidFill>
                  <a:srgbClr val="506577"/>
                </a:solidFill>
                <a:latin typeface="Malgun Gothic"/>
                <a:ea typeface="Malgun Gothic"/>
                <a:cs typeface="Malgun Gothic"/>
              </a:rPr>
              <a:t>팀에서 별도 실행</a:t>
            </a:r>
          </a:p>
        </p:txBody>
      </p:sp>
      <p:sp>
        <p:nvSpPr>
          <p:cNvPr id="26" name="diagram-box-102">
            <a:extLst xmlns:a="http://schemas.openxmlformats.org/drawingml/2006/main">
              <a:ext uri="{FF2B5EF4-FFF2-40B4-BE49-F238E27FC236}">
                <a16:creationId xmlns:a16="http://schemas.microsoft.com/office/drawing/2014/main" id="{621583CA-EE4F-4DBA-9227-8E21BE7BFFC9}"/>
              </a:ext>
            </a:extLst>
          </p:cNvPr>
          <p:cNvSpPr>
            <a:spLocks xmlns:a="http://schemas.openxmlformats.org/drawingml/2006/main" noGrp="1"/>
          </p:cNvSpPr>
          <p:nvPr/>
        </p:nvSpPr>
        <p:spPr>
          <a:xfrm xmlns:a="http://schemas.openxmlformats.org/drawingml/2006/main">
            <a:off x="2400300" y="4686300"/>
            <a:ext cx="2257425" cy="1038225"/>
          </a:xfrm>
          <a:prstGeom xmlns:a="http://schemas.openxmlformats.org/drawingml/2006/main" prst="rect">
            <a:avLst/>
          </a:prstGeom>
          <a:solidFill xmlns:a="http://schemas.openxmlformats.org/drawingml/2006/main">
            <a:srgbClr val="F3F7F9"/>
          </a:solidFill>
          <a:ln xmlns:a="http://schemas.openxmlformats.org/drawingml/2006/main" w="12383">
            <a:solidFill>
              <a:srgbClr val="B6C7D2"/>
            </a:solidFill>
          </a:ln>
        </p:spPr>
      </p:sp>
      <p:sp>
        <p:nvSpPr>
          <p:cNvPr id="27" name="text-103">
            <a:extLst xmlns:a="http://schemas.openxmlformats.org/drawingml/2006/main">
              <a:ext uri="{FF2B5EF4-FFF2-40B4-BE49-F238E27FC236}">
                <a16:creationId xmlns:a16="http://schemas.microsoft.com/office/drawing/2014/main" id="{7B6E6ECB-DBB2-4EAA-AAF9-DF824126F509}"/>
              </a:ext>
            </a:extLst>
          </p:cNvPr>
          <p:cNvSpPr>
            <a:spLocks xmlns:a="http://schemas.openxmlformats.org/drawingml/2006/main" noGrp="1"/>
          </p:cNvSpPr>
          <p:nvPr/>
        </p:nvSpPr>
        <p:spPr>
          <a:xfrm xmlns:a="http://schemas.openxmlformats.org/drawingml/2006/main">
            <a:off x="2476500" y="4762500"/>
            <a:ext cx="21050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173449"/>
                </a:solidFill>
                <a:latin typeface="Malgun Gothic"/>
                <a:ea typeface="Malgun Gothic"/>
                <a:cs typeface="Malgun Gothic"/>
              </a:defRPr>
            </a:pPr>
            <a:r>
              <a:rPr sz="1950" b="1">
                <a:solidFill>
                  <a:srgbClr val="173449"/>
                </a:solidFill>
                <a:latin typeface="Malgun Gothic"/>
                <a:ea typeface="Malgun Gothic"/>
                <a:cs typeface="Malgun Gothic"/>
              </a:rPr>
              <a:t>팀 업무명 목록</a:t>
            </a:r>
          </a:p>
        </p:txBody>
      </p:sp>
      <p:sp>
        <p:nvSpPr>
          <p:cNvPr id="28" name="diagram-box-104">
            <a:extLst xmlns:a="http://schemas.openxmlformats.org/drawingml/2006/main">
              <a:ext uri="{FF2B5EF4-FFF2-40B4-BE49-F238E27FC236}">
                <a16:creationId xmlns:a16="http://schemas.microsoft.com/office/drawing/2014/main" id="{5E915B02-C4C7-4F62-BE06-695158B9E714}"/>
              </a:ext>
            </a:extLst>
          </p:cNvPr>
          <p:cNvSpPr>
            <a:spLocks xmlns:a="http://schemas.openxmlformats.org/drawingml/2006/main" noGrp="1"/>
          </p:cNvSpPr>
          <p:nvPr/>
        </p:nvSpPr>
        <p:spPr>
          <a:xfrm xmlns:a="http://schemas.openxmlformats.org/drawingml/2006/main">
            <a:off x="5248275" y="4686300"/>
            <a:ext cx="2695575" cy="1038225"/>
          </a:xfrm>
          <a:prstGeom xmlns:a="http://schemas.openxmlformats.org/drawingml/2006/main" prst="rect">
            <a:avLst/>
          </a:prstGeom>
          <a:solidFill xmlns:a="http://schemas.openxmlformats.org/drawingml/2006/main">
            <a:srgbClr val="F3F7F9"/>
          </a:solidFill>
          <a:ln xmlns:a="http://schemas.openxmlformats.org/drawingml/2006/main" w="12383">
            <a:solidFill>
              <a:srgbClr val="B6C7D2"/>
            </a:solidFill>
          </a:ln>
        </p:spPr>
      </p:sp>
      <p:sp>
        <p:nvSpPr>
          <p:cNvPr id="29" name="text-105">
            <a:extLst xmlns:a="http://schemas.openxmlformats.org/drawingml/2006/main">
              <a:ext uri="{FF2B5EF4-FFF2-40B4-BE49-F238E27FC236}">
                <a16:creationId xmlns:a16="http://schemas.microsoft.com/office/drawing/2014/main" id="{AC52EC01-9AF4-4C02-A83C-F9B2467A3CE1}"/>
              </a:ext>
            </a:extLst>
          </p:cNvPr>
          <p:cNvSpPr>
            <a:spLocks xmlns:a="http://schemas.openxmlformats.org/drawingml/2006/main" noGrp="1"/>
          </p:cNvSpPr>
          <p:nvPr/>
        </p:nvSpPr>
        <p:spPr>
          <a:xfrm xmlns:a="http://schemas.openxmlformats.org/drawingml/2006/main">
            <a:off x="5324475" y="4762500"/>
            <a:ext cx="25431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137D83"/>
                </a:solidFill>
                <a:latin typeface="Malgun Gothic"/>
                <a:ea typeface="Malgun Gothic"/>
                <a:cs typeface="Malgun Gothic"/>
              </a:defRPr>
            </a:pPr>
            <a:r>
              <a:rPr sz="1950" b="1">
                <a:solidFill>
                  <a:srgbClr val="137D83"/>
                </a:solidFill>
                <a:latin typeface="Malgun Gothic"/>
                <a:ea typeface="Malgun Gothic"/>
                <a:cs typeface="Malgun Gothic"/>
              </a:rPr>
              <a:t>Copilot 업무명 정리</a:t>
            </a:r>
          </a:p>
        </p:txBody>
      </p:sp>
      <p:sp>
        <p:nvSpPr>
          <p:cNvPr id="30" name="diagram-box-106">
            <a:extLst xmlns:a="http://schemas.openxmlformats.org/drawingml/2006/main">
              <a:ext uri="{FF2B5EF4-FFF2-40B4-BE49-F238E27FC236}">
                <a16:creationId xmlns:a16="http://schemas.microsoft.com/office/drawing/2014/main" id="{AF9825BC-2509-4226-9DF1-15AFEBBA4767}"/>
              </a:ext>
            </a:extLst>
          </p:cNvPr>
          <p:cNvSpPr>
            <a:spLocks xmlns:a="http://schemas.openxmlformats.org/drawingml/2006/main" noGrp="1"/>
          </p:cNvSpPr>
          <p:nvPr/>
        </p:nvSpPr>
        <p:spPr>
          <a:xfrm xmlns:a="http://schemas.openxmlformats.org/drawingml/2006/main">
            <a:off x="8534400" y="4686300"/>
            <a:ext cx="3028950" cy="1038225"/>
          </a:xfrm>
          <a:prstGeom xmlns:a="http://schemas.openxmlformats.org/drawingml/2006/main" prst="rect">
            <a:avLst/>
          </a:prstGeom>
          <a:solidFill xmlns:a="http://schemas.openxmlformats.org/drawingml/2006/main">
            <a:srgbClr val="F3F7F9"/>
          </a:solidFill>
          <a:ln xmlns:a="http://schemas.openxmlformats.org/drawingml/2006/main" w="12383">
            <a:solidFill>
              <a:srgbClr val="B6C7D2"/>
            </a:solidFill>
          </a:ln>
        </p:spPr>
      </p:sp>
      <p:sp>
        <p:nvSpPr>
          <p:cNvPr id="31" name="text-107">
            <a:extLst xmlns:a="http://schemas.openxmlformats.org/drawingml/2006/main">
              <a:ext uri="{FF2B5EF4-FFF2-40B4-BE49-F238E27FC236}">
                <a16:creationId xmlns:a16="http://schemas.microsoft.com/office/drawing/2014/main" id="{9FBEB2F7-76DD-4139-9516-9E73195EF49D}"/>
              </a:ext>
            </a:extLst>
          </p:cNvPr>
          <p:cNvSpPr>
            <a:spLocks xmlns:a="http://schemas.openxmlformats.org/drawingml/2006/main" noGrp="1"/>
          </p:cNvSpPr>
          <p:nvPr/>
        </p:nvSpPr>
        <p:spPr>
          <a:xfrm xmlns:a="http://schemas.openxmlformats.org/drawingml/2006/main">
            <a:off x="8610600" y="4762500"/>
            <a:ext cx="28765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173449"/>
                </a:solidFill>
                <a:latin typeface="Malgun Gothic"/>
                <a:ea typeface="Malgun Gothic"/>
                <a:cs typeface="Malgun Gothic"/>
              </a:defRPr>
            </a:pPr>
            <a:r>
              <a:rPr sz="1950" b="1">
                <a:solidFill>
                  <a:srgbClr val="173449"/>
                </a:solidFill>
                <a:latin typeface="Malgun Gothic"/>
                <a:ea typeface="Malgun Gothic"/>
                <a:cs typeface="Malgun Gothic"/>
              </a:rPr>
              <a:t>업무명 대응표 저장</a:t>
            </a:r>
          </a:p>
          <a:p xmlns:a="http://schemas.openxmlformats.org/drawingml/2006/main">
            <a:pPr algn="ctr">
              <a:defRPr sz="1950" b="1">
                <a:solidFill>
                  <a:srgbClr val="173449"/>
                </a:solidFill>
                <a:latin typeface="Malgun Gothic"/>
                <a:ea typeface="Malgun Gothic"/>
                <a:cs typeface="Malgun Gothic"/>
              </a:defRPr>
            </a:pPr>
            <a:r>
              <a:rPr sz="1950" b="1">
                <a:solidFill>
                  <a:srgbClr val="173449"/>
                </a:solidFill>
                <a:latin typeface="Malgun Gothic"/>
                <a:ea typeface="Malgun Gothic"/>
                <a:cs typeface="Malgun Gothic"/>
              </a:rPr>
              <a:t>팀 결과 갱신</a:t>
            </a:r>
          </a:p>
        </p:txBody>
      </p:sp>
      <p:cxnSp>
        <p:nvCxnSpPr>
          <p:cNvPr id="65" name=""/>
          <p:cNvCxnSpPr>
            <a:stCxn xmlns:a="http://schemas.openxmlformats.org/drawingml/2006/main" id="26" idx="3"/>
            <a:endCxn xmlns:a="http://schemas.openxmlformats.org/drawingml/2006/main" id="28" idx="1"/>
          </p:cNvCxnSpPr>
          <p:nvPr/>
        </p:nvCxnSpPr>
        <p:spPr>
          <a:xfrm xmlns:a="http://schemas.openxmlformats.org/drawingml/2006/main">
            <a:off x="4657725" y="5205413"/>
            <a:ext cx="590550" cy="0"/>
          </a:xfrm>
          <a:prstGeom xmlns:a="http://schemas.openxmlformats.org/drawingml/2006/main" prst="straightConnector1">
            <a:avLst/>
          </a:prstGeom>
          <a:ln xmlns:a="http://schemas.openxmlformats.org/drawingml/2006/main" w="19050">
            <a:solidFill>
              <a:srgbClr val="506577"/>
            </a:solidFill>
            <a:tailEnd type="triangle" w="med" len="med"/>
          </a:ln>
        </p:spPr>
      </p:cxnSp>
      <p:cxnSp>
        <p:nvCxnSpPr>
          <p:cNvPr id="66" name=""/>
          <p:cNvCxnSpPr>
            <a:stCxn xmlns:a="http://schemas.openxmlformats.org/drawingml/2006/main" id="28" idx="3"/>
            <a:endCxn xmlns:a="http://schemas.openxmlformats.org/drawingml/2006/main" id="30" idx="1"/>
          </p:cNvCxnSpPr>
          <p:nvPr/>
        </p:nvCxnSpPr>
        <p:spPr>
          <a:xfrm xmlns:a="http://schemas.openxmlformats.org/drawingml/2006/main">
            <a:off x="7943850" y="5205413"/>
            <a:ext cx="590550" cy="0"/>
          </a:xfrm>
          <a:prstGeom xmlns:a="http://schemas.openxmlformats.org/drawingml/2006/main" prst="straightConnector1">
            <a:avLst/>
          </a:prstGeom>
          <a:ln xmlns:a="http://schemas.openxmlformats.org/drawingml/2006/main" w="19050">
            <a:solidFill>
              <a:srgbClr val="506577"/>
            </a:solidFill>
            <a:tailEnd type="triangle" w="med" len="med"/>
          </a:ln>
        </p:spPr>
      </p:cxnSp>
    </p:spTree>
    <p:extLst>
      <p:ext uri="{BB962C8B-B14F-4D97-AF65-F5344CB8AC3E}">
        <p14:creationId xmlns:p14="http://schemas.microsoft.com/office/powerpoint/2010/main" val="18222421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ext-108">
            <a:extLst xmlns:a="http://schemas.openxmlformats.org/drawingml/2006/main">
              <a:ext uri="{FF2B5EF4-FFF2-40B4-BE49-F238E27FC236}">
                <a16:creationId xmlns:a16="http://schemas.microsoft.com/office/drawing/2014/main" id="{7B03BA70-98EB-4981-9646-1ADD4DFD4FE7}"/>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173449"/>
                </a:solidFill>
                <a:latin typeface="Malgun Gothic"/>
                <a:ea typeface="Malgun Gothic"/>
                <a:cs typeface="Malgun Gothic"/>
              </a:defRPr>
            </a:pPr>
            <a:r>
              <a:rPr sz="3300" b="1">
                <a:solidFill>
                  <a:srgbClr val="173449"/>
                </a:solidFill>
                <a:latin typeface="Malgun Gothic"/>
                <a:ea typeface="Malgun Gothic"/>
                <a:cs typeface="Malgun Gothic"/>
              </a:rPr>
              <a:t>팀 전달 방식</a:t>
            </a:r>
          </a:p>
        </p:txBody>
      </p:sp>
      <p:sp>
        <p:nvSpPr>
          <p:cNvPr id="2" name="text-109">
            <a:extLst xmlns:a="http://schemas.openxmlformats.org/drawingml/2006/main">
              <a:ext uri="{FF2B5EF4-FFF2-40B4-BE49-F238E27FC236}">
                <a16:creationId xmlns:a16="http://schemas.microsoft.com/office/drawing/2014/main" id="{27871B97-A899-4CA9-B369-57652C49D5CA}"/>
              </a:ext>
            </a:extLst>
          </p:cNvPr>
          <p:cNvSpPr>
            <a:spLocks xmlns:a="http://schemas.openxmlformats.org/drawingml/2006/main" noGrp="1"/>
          </p:cNvSpPr>
          <p:nvPr/>
        </p:nvSpPr>
        <p:spPr>
          <a:xfrm xmlns:a="http://schemas.openxmlformats.org/drawingml/2006/main">
            <a:off x="609600" y="6410325"/>
            <a:ext cx="7810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506577"/>
                </a:solidFill>
                <a:latin typeface="Malgun Gothic"/>
                <a:ea typeface="Malgun Gothic"/>
                <a:cs typeface="Malgun Gothic"/>
              </a:defRPr>
            </a:pPr>
            <a:r>
              <a:rPr sz="1350" b="0">
                <a:solidFill>
                  <a:srgbClr val="506577"/>
                </a:solidFill>
                <a:latin typeface="Malgun Gothic"/>
                <a:ea typeface="Malgun Gothic"/>
                <a:cs typeface="Malgun Gothic"/>
              </a:rPr>
              <a:t>로드모니터 LM24 v24.0.18</a:t>
            </a:r>
          </a:p>
        </p:txBody>
      </p:sp>
      <p:sp>
        <p:nvSpPr>
          <p:cNvPr id="3" name="text-110">
            <a:extLst xmlns:a="http://schemas.openxmlformats.org/drawingml/2006/main">
              <a:ext uri="{FF2B5EF4-FFF2-40B4-BE49-F238E27FC236}">
                <a16:creationId xmlns:a16="http://schemas.microsoft.com/office/drawing/2014/main" id="{6189087D-A15C-4A0E-8BCD-A4A1A128591B}"/>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00" b="0">
                <a:solidFill>
                  <a:srgbClr val="506577"/>
                </a:solidFill>
                <a:latin typeface="Malgun Gothic"/>
                <a:ea typeface="Malgun Gothic"/>
                <a:cs typeface="Malgun Gothic"/>
              </a:defRPr>
            </a:pPr>
            <a:r>
              <a:rPr sz="1500" b="0">
                <a:solidFill>
                  <a:srgbClr val="506577"/>
                </a:solidFill>
                <a:latin typeface="Malgun Gothic"/>
                <a:ea typeface="Malgun Gothic"/>
                <a:cs typeface="Malgun Gothic"/>
              </a:rPr>
              <a:t>05</a:t>
            </a:r>
          </a:p>
        </p:txBody>
      </p:sp>
      <p:sp>
        <p:nvSpPr>
          <p:cNvPr id="4" name="text-111">
            <a:extLst xmlns:a="http://schemas.openxmlformats.org/drawingml/2006/main">
              <a:ext uri="{FF2B5EF4-FFF2-40B4-BE49-F238E27FC236}">
                <a16:creationId xmlns:a16="http://schemas.microsoft.com/office/drawing/2014/main" id="{F81C8AFF-5060-40B4-84AD-22D13818AB38}"/>
              </a:ext>
            </a:extLst>
          </p:cNvPr>
          <p:cNvSpPr>
            <a:spLocks xmlns:a="http://schemas.openxmlformats.org/drawingml/2006/main" noGrp="1"/>
          </p:cNvSpPr>
          <p:nvPr/>
        </p:nvSpPr>
        <p:spPr>
          <a:xfrm xmlns:a="http://schemas.openxmlformats.org/drawingml/2006/main">
            <a:off x="609600" y="11239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506577"/>
                </a:solidFill>
                <a:latin typeface="Malgun Gothic"/>
                <a:ea typeface="Malgun Gothic"/>
                <a:cs typeface="Malgun Gothic"/>
              </a:defRPr>
            </a:pPr>
            <a:r>
              <a:rPr sz="1875" b="0">
                <a:solidFill>
                  <a:srgbClr val="506577"/>
                </a:solidFill>
                <a:latin typeface="Malgun Gothic"/>
                <a:ea typeface="Malgun Gothic"/>
                <a:cs typeface="Malgun Gothic"/>
              </a:rPr>
              <a:t>두 방식은 각각 설정하며 동시 사용 가능</a:t>
            </a:r>
          </a:p>
        </p:txBody>
      </p:sp>
      <p:sp>
        <p:nvSpPr>
          <p:cNvPr id="5" name="text-112">
            <a:extLst xmlns:a="http://schemas.openxmlformats.org/drawingml/2006/main">
              <a:ext uri="{FF2B5EF4-FFF2-40B4-BE49-F238E27FC236}">
                <a16:creationId xmlns:a16="http://schemas.microsoft.com/office/drawing/2014/main" id="{E08BEB05-285A-4A53-8287-5EAAE959705C}"/>
              </a:ext>
            </a:extLst>
          </p:cNvPr>
          <p:cNvSpPr>
            <a:spLocks xmlns:a="http://schemas.openxmlformats.org/drawingml/2006/main" noGrp="1"/>
          </p:cNvSpPr>
          <p:nvPr/>
        </p:nvSpPr>
        <p:spPr>
          <a:xfrm xmlns:a="http://schemas.openxmlformats.org/drawingml/2006/main">
            <a:off x="609600" y="18573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37D83"/>
                </a:solidFill>
                <a:latin typeface="Malgun Gothic"/>
                <a:ea typeface="Malgun Gothic"/>
                <a:cs typeface="Malgun Gothic"/>
              </a:defRPr>
            </a:pPr>
            <a:r>
              <a:rPr sz="2025" b="1">
                <a:solidFill>
                  <a:srgbClr val="137D83"/>
                </a:solidFill>
                <a:latin typeface="Malgun Gothic"/>
                <a:ea typeface="Malgun Gothic"/>
                <a:cs typeface="Malgun Gothic"/>
              </a:rPr>
              <a:t>HTTP 서버 전송</a:t>
            </a:r>
          </a:p>
        </p:txBody>
      </p:sp>
      <p:sp>
        <p:nvSpPr>
          <p:cNvPr id="6" name="diagram-box-113">
            <a:extLst xmlns:a="http://schemas.openxmlformats.org/drawingml/2006/main">
              <a:ext uri="{FF2B5EF4-FFF2-40B4-BE49-F238E27FC236}">
                <a16:creationId xmlns:a16="http://schemas.microsoft.com/office/drawing/2014/main" id="{B6AF9D6C-4318-408A-9CC5-EE2D59F6F87C}"/>
              </a:ext>
            </a:extLst>
          </p:cNvPr>
          <p:cNvSpPr>
            <a:spLocks xmlns:a="http://schemas.openxmlformats.org/drawingml/2006/main" noGrp="1"/>
          </p:cNvSpPr>
          <p:nvPr/>
        </p:nvSpPr>
        <p:spPr>
          <a:xfrm xmlns:a="http://schemas.openxmlformats.org/drawingml/2006/main">
            <a:off x="609600" y="2409825"/>
            <a:ext cx="2352675" cy="895350"/>
          </a:xfrm>
          <a:prstGeom xmlns:a="http://schemas.openxmlformats.org/drawingml/2006/main" prst="rect">
            <a:avLst/>
          </a:prstGeom>
          <a:solidFill xmlns:a="http://schemas.openxmlformats.org/drawingml/2006/main">
            <a:srgbClr val="F3F7F9"/>
          </a:solidFill>
          <a:ln xmlns:a="http://schemas.openxmlformats.org/drawingml/2006/main" w="12383">
            <a:solidFill>
              <a:srgbClr val="B6C7D2"/>
            </a:solidFill>
          </a:ln>
        </p:spPr>
      </p:sp>
      <p:sp>
        <p:nvSpPr>
          <p:cNvPr id="7" name="text-114">
            <a:extLst xmlns:a="http://schemas.openxmlformats.org/drawingml/2006/main">
              <a:ext uri="{FF2B5EF4-FFF2-40B4-BE49-F238E27FC236}">
                <a16:creationId xmlns:a16="http://schemas.microsoft.com/office/drawing/2014/main" id="{B8A0088A-62FF-4FA3-8A4C-70977DF96B12}"/>
              </a:ext>
            </a:extLst>
          </p:cNvPr>
          <p:cNvSpPr>
            <a:spLocks xmlns:a="http://schemas.openxmlformats.org/drawingml/2006/main" noGrp="1"/>
          </p:cNvSpPr>
          <p:nvPr/>
        </p:nvSpPr>
        <p:spPr>
          <a:xfrm xmlns:a="http://schemas.openxmlformats.org/drawingml/2006/main">
            <a:off x="685800" y="2486025"/>
            <a:ext cx="22002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137D83"/>
                </a:solidFill>
                <a:latin typeface="Malgun Gothic"/>
                <a:ea typeface="Malgun Gothic"/>
                <a:cs typeface="Malgun Gothic"/>
              </a:defRPr>
            </a:pPr>
            <a:r>
              <a:rPr sz="1950" b="1">
                <a:solidFill>
                  <a:srgbClr val="137D83"/>
                </a:solidFill>
                <a:latin typeface="Malgun Gothic"/>
                <a:ea typeface="Malgun Gothic"/>
                <a:cs typeface="Malgun Gothic"/>
              </a:rPr>
              <a:t>개인 결과</a:t>
            </a:r>
          </a:p>
        </p:txBody>
      </p:sp>
      <p:sp>
        <p:nvSpPr>
          <p:cNvPr id="8" name="diagram-box-115">
            <a:extLst xmlns:a="http://schemas.openxmlformats.org/drawingml/2006/main">
              <a:ext uri="{FF2B5EF4-FFF2-40B4-BE49-F238E27FC236}">
                <a16:creationId xmlns:a16="http://schemas.microsoft.com/office/drawing/2014/main" id="{3A2C98BD-9254-4557-AAB4-028B991B654E}"/>
              </a:ext>
            </a:extLst>
          </p:cNvPr>
          <p:cNvSpPr>
            <a:spLocks xmlns:a="http://schemas.openxmlformats.org/drawingml/2006/main" noGrp="1"/>
          </p:cNvSpPr>
          <p:nvPr/>
        </p:nvSpPr>
        <p:spPr>
          <a:xfrm xmlns:a="http://schemas.openxmlformats.org/drawingml/2006/main">
            <a:off x="3476625" y="2409825"/>
            <a:ext cx="2352675" cy="895350"/>
          </a:xfrm>
          <a:prstGeom xmlns:a="http://schemas.openxmlformats.org/drawingml/2006/main" prst="rect">
            <a:avLst/>
          </a:prstGeom>
          <a:solidFill xmlns:a="http://schemas.openxmlformats.org/drawingml/2006/main">
            <a:srgbClr val="F3F7F9"/>
          </a:solidFill>
          <a:ln xmlns:a="http://schemas.openxmlformats.org/drawingml/2006/main" w="12383">
            <a:solidFill>
              <a:srgbClr val="B6C7D2"/>
            </a:solidFill>
          </a:ln>
        </p:spPr>
      </p:sp>
      <p:sp>
        <p:nvSpPr>
          <p:cNvPr id="9" name="text-116">
            <a:extLst xmlns:a="http://schemas.openxmlformats.org/drawingml/2006/main">
              <a:ext uri="{FF2B5EF4-FFF2-40B4-BE49-F238E27FC236}">
                <a16:creationId xmlns:a16="http://schemas.microsoft.com/office/drawing/2014/main" id="{BF17F3A2-2913-4D57-9FCB-7590A0D8947D}"/>
              </a:ext>
            </a:extLst>
          </p:cNvPr>
          <p:cNvSpPr>
            <a:spLocks xmlns:a="http://schemas.openxmlformats.org/drawingml/2006/main" noGrp="1"/>
          </p:cNvSpPr>
          <p:nvPr/>
        </p:nvSpPr>
        <p:spPr>
          <a:xfrm xmlns:a="http://schemas.openxmlformats.org/drawingml/2006/main">
            <a:off x="3552825" y="2486025"/>
            <a:ext cx="22002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137D83"/>
                </a:solidFill>
                <a:latin typeface="Malgun Gothic"/>
                <a:ea typeface="Malgun Gothic"/>
                <a:cs typeface="Malgun Gothic"/>
              </a:defRPr>
            </a:pPr>
            <a:r>
              <a:rPr sz="1950" b="1">
                <a:solidFill>
                  <a:srgbClr val="137D83"/>
                </a:solidFill>
                <a:latin typeface="Malgun Gothic"/>
                <a:ea typeface="Malgun Gothic"/>
                <a:cs typeface="Malgun Gothic"/>
              </a:rPr>
              <a:t>HTTP 서버 수신</a:t>
            </a:r>
          </a:p>
        </p:txBody>
      </p:sp>
      <p:sp>
        <p:nvSpPr>
          <p:cNvPr id="10" name="diagram-box-117">
            <a:extLst xmlns:a="http://schemas.openxmlformats.org/drawingml/2006/main">
              <a:ext uri="{FF2B5EF4-FFF2-40B4-BE49-F238E27FC236}">
                <a16:creationId xmlns:a16="http://schemas.microsoft.com/office/drawing/2014/main" id="{BC75DD80-C36A-4D18-BF40-5530F65DFFC1}"/>
              </a:ext>
            </a:extLst>
          </p:cNvPr>
          <p:cNvSpPr>
            <a:spLocks xmlns:a="http://schemas.openxmlformats.org/drawingml/2006/main" noGrp="1"/>
          </p:cNvSpPr>
          <p:nvPr/>
        </p:nvSpPr>
        <p:spPr>
          <a:xfrm xmlns:a="http://schemas.openxmlformats.org/drawingml/2006/main">
            <a:off x="6343650" y="2409825"/>
            <a:ext cx="2352675" cy="895350"/>
          </a:xfrm>
          <a:prstGeom xmlns:a="http://schemas.openxmlformats.org/drawingml/2006/main" prst="rect">
            <a:avLst/>
          </a:prstGeom>
          <a:solidFill xmlns:a="http://schemas.openxmlformats.org/drawingml/2006/main">
            <a:srgbClr val="F3F7F9"/>
          </a:solidFill>
          <a:ln xmlns:a="http://schemas.openxmlformats.org/drawingml/2006/main" w="12383">
            <a:solidFill>
              <a:srgbClr val="B6C7D2"/>
            </a:solidFill>
          </a:ln>
        </p:spPr>
      </p:sp>
      <p:sp>
        <p:nvSpPr>
          <p:cNvPr id="11" name="text-118">
            <a:extLst xmlns:a="http://schemas.openxmlformats.org/drawingml/2006/main">
              <a:ext uri="{FF2B5EF4-FFF2-40B4-BE49-F238E27FC236}">
                <a16:creationId xmlns:a16="http://schemas.microsoft.com/office/drawing/2014/main" id="{7C07A95C-DF0F-4DE2-B61A-89496B0C013F}"/>
              </a:ext>
            </a:extLst>
          </p:cNvPr>
          <p:cNvSpPr>
            <a:spLocks xmlns:a="http://schemas.openxmlformats.org/drawingml/2006/main" noGrp="1"/>
          </p:cNvSpPr>
          <p:nvPr/>
        </p:nvSpPr>
        <p:spPr>
          <a:xfrm xmlns:a="http://schemas.openxmlformats.org/drawingml/2006/main">
            <a:off x="6419850" y="2486025"/>
            <a:ext cx="22002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137D83"/>
                </a:solidFill>
                <a:latin typeface="Malgun Gothic"/>
                <a:ea typeface="Malgun Gothic"/>
                <a:cs typeface="Malgun Gothic"/>
              </a:defRPr>
            </a:pPr>
            <a:r>
              <a:rPr sz="1950" b="1">
                <a:solidFill>
                  <a:srgbClr val="137D83"/>
                </a:solidFill>
                <a:latin typeface="Malgun Gothic"/>
                <a:ea typeface="Malgun Gothic"/>
                <a:cs typeface="Malgun Gothic"/>
              </a:rPr>
              <a:t>팀 저장소 보관</a:t>
            </a:r>
          </a:p>
        </p:txBody>
      </p:sp>
      <p:sp>
        <p:nvSpPr>
          <p:cNvPr id="12" name="diagram-box-119">
            <a:extLst xmlns:a="http://schemas.openxmlformats.org/drawingml/2006/main">
              <a:ext uri="{FF2B5EF4-FFF2-40B4-BE49-F238E27FC236}">
                <a16:creationId xmlns:a16="http://schemas.microsoft.com/office/drawing/2014/main" id="{90E8A96C-71A0-4F5C-9562-C52A17507B93}"/>
              </a:ext>
            </a:extLst>
          </p:cNvPr>
          <p:cNvSpPr>
            <a:spLocks xmlns:a="http://schemas.openxmlformats.org/drawingml/2006/main" noGrp="1"/>
          </p:cNvSpPr>
          <p:nvPr/>
        </p:nvSpPr>
        <p:spPr>
          <a:xfrm xmlns:a="http://schemas.openxmlformats.org/drawingml/2006/main">
            <a:off x="9210675" y="2409825"/>
            <a:ext cx="2352675" cy="895350"/>
          </a:xfrm>
          <a:prstGeom xmlns:a="http://schemas.openxmlformats.org/drawingml/2006/main" prst="rect">
            <a:avLst/>
          </a:prstGeom>
          <a:solidFill xmlns:a="http://schemas.openxmlformats.org/drawingml/2006/main">
            <a:srgbClr val="F3F7F9"/>
          </a:solidFill>
          <a:ln xmlns:a="http://schemas.openxmlformats.org/drawingml/2006/main" w="12383">
            <a:solidFill>
              <a:srgbClr val="B6C7D2"/>
            </a:solidFill>
          </a:ln>
        </p:spPr>
      </p:sp>
      <p:sp>
        <p:nvSpPr>
          <p:cNvPr id="13" name="text-120">
            <a:extLst xmlns:a="http://schemas.openxmlformats.org/drawingml/2006/main">
              <a:ext uri="{FF2B5EF4-FFF2-40B4-BE49-F238E27FC236}">
                <a16:creationId xmlns:a16="http://schemas.microsoft.com/office/drawing/2014/main" id="{8E26772E-0072-4F7C-8533-196460511C5B}"/>
              </a:ext>
            </a:extLst>
          </p:cNvPr>
          <p:cNvSpPr>
            <a:spLocks xmlns:a="http://schemas.openxmlformats.org/drawingml/2006/main" noGrp="1"/>
          </p:cNvSpPr>
          <p:nvPr/>
        </p:nvSpPr>
        <p:spPr>
          <a:xfrm xmlns:a="http://schemas.openxmlformats.org/drawingml/2006/main">
            <a:off x="9286875" y="2486025"/>
            <a:ext cx="22002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137D83"/>
                </a:solidFill>
                <a:latin typeface="Malgun Gothic"/>
                <a:ea typeface="Malgun Gothic"/>
                <a:cs typeface="Malgun Gothic"/>
              </a:defRPr>
            </a:pPr>
            <a:r>
              <a:rPr sz="1950" b="1">
                <a:solidFill>
                  <a:srgbClr val="137D83"/>
                </a:solidFill>
                <a:latin typeface="Malgun Gothic"/>
                <a:ea typeface="Malgun Gothic"/>
                <a:cs typeface="Malgun Gothic"/>
              </a:rPr>
              <a:t>자동 집계</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962275" y="2857500"/>
            <a:ext cx="514350" cy="0"/>
          </a:xfrm>
          <a:prstGeom xmlns:a="http://schemas.openxmlformats.org/drawingml/2006/main" prst="straightConnector1">
            <a:avLst/>
          </a:prstGeom>
          <a:ln xmlns:a="http://schemas.openxmlformats.org/drawingml/2006/main" w="19050">
            <a:solidFill>
              <a:srgbClr val="506577"/>
            </a:solidFill>
            <a:tailEnd type="triangle" w="med" len="med"/>
          </a:ln>
        </p:spPr>
      </p:cxnSp>
      <p:cxnSp>
        <p:nvCxnSpPr>
          <p:cNvPr id="44" name=""/>
          <p:cNvCxnSpPr>
            <a:stCxn xmlns:a="http://schemas.openxmlformats.org/drawingml/2006/main" id="8" idx="3"/>
            <a:endCxn xmlns:a="http://schemas.openxmlformats.org/drawingml/2006/main" id="10" idx="1"/>
          </p:cNvCxnSpPr>
          <p:nvPr/>
        </p:nvCxnSpPr>
        <p:spPr>
          <a:xfrm xmlns:a="http://schemas.openxmlformats.org/drawingml/2006/main">
            <a:off x="5829300" y="2857500"/>
            <a:ext cx="514350" cy="0"/>
          </a:xfrm>
          <a:prstGeom xmlns:a="http://schemas.openxmlformats.org/drawingml/2006/main" prst="straightConnector1">
            <a:avLst/>
          </a:prstGeom>
          <a:ln xmlns:a="http://schemas.openxmlformats.org/drawingml/2006/main" w="19050">
            <a:solidFill>
              <a:srgbClr val="506577"/>
            </a:solidFill>
            <a:tailEnd type="triangle" w="med" len="med"/>
          </a:ln>
        </p:spPr>
      </p:cxnSp>
      <p:cxnSp>
        <p:nvCxnSpPr>
          <p:cNvPr id="45" name=""/>
          <p:cNvCxnSpPr>
            <a:stCxn xmlns:a="http://schemas.openxmlformats.org/drawingml/2006/main" id="10" idx="3"/>
            <a:endCxn xmlns:a="http://schemas.openxmlformats.org/drawingml/2006/main" id="12" idx="1"/>
          </p:cNvCxnSpPr>
          <p:nvPr/>
        </p:nvCxnSpPr>
        <p:spPr>
          <a:xfrm xmlns:a="http://schemas.openxmlformats.org/drawingml/2006/main">
            <a:off x="8696325" y="2857500"/>
            <a:ext cx="514350" cy="0"/>
          </a:xfrm>
          <a:prstGeom xmlns:a="http://schemas.openxmlformats.org/drawingml/2006/main" prst="straightConnector1">
            <a:avLst/>
          </a:prstGeom>
          <a:ln xmlns:a="http://schemas.openxmlformats.org/drawingml/2006/main" w="19050">
            <a:solidFill>
              <a:srgbClr val="506577"/>
            </a:solidFill>
            <a:tailEnd type="triangle" w="med" len="med"/>
          </a:ln>
        </p:spPr>
      </p:cxnSp>
      <p:sp>
        <p:nvSpPr>
          <p:cNvPr id="17" name="text-121">
            <a:extLst xmlns:a="http://schemas.openxmlformats.org/drawingml/2006/main">
              <a:ext uri="{FF2B5EF4-FFF2-40B4-BE49-F238E27FC236}">
                <a16:creationId xmlns:a16="http://schemas.microsoft.com/office/drawing/2014/main" id="{9D571B8E-42CB-429F-8742-83EF2922D725}"/>
              </a:ext>
            </a:extLst>
          </p:cNvPr>
          <p:cNvSpPr>
            <a:spLocks xmlns:a="http://schemas.openxmlformats.org/drawingml/2006/main" noGrp="1"/>
          </p:cNvSpPr>
          <p:nvPr/>
        </p:nvSpPr>
        <p:spPr>
          <a:xfrm xmlns:a="http://schemas.openxmlformats.org/drawingml/2006/main">
            <a:off x="609600" y="38290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85880"/>
                </a:solidFill>
                <a:latin typeface="Malgun Gothic"/>
                <a:ea typeface="Malgun Gothic"/>
                <a:cs typeface="Malgun Gothic"/>
              </a:defRPr>
            </a:pPr>
            <a:r>
              <a:rPr sz="2025" b="1">
                <a:solidFill>
                  <a:srgbClr val="285880"/>
                </a:solidFill>
                <a:latin typeface="Malgun Gothic"/>
                <a:ea typeface="Malgun Gothic"/>
                <a:cs typeface="Malgun Gothic"/>
              </a:rPr>
              <a:t>공유폴더 복사</a:t>
            </a:r>
          </a:p>
        </p:txBody>
      </p:sp>
      <p:sp>
        <p:nvSpPr>
          <p:cNvPr id="18" name="diagram-box-122">
            <a:extLst xmlns:a="http://schemas.openxmlformats.org/drawingml/2006/main">
              <a:ext uri="{FF2B5EF4-FFF2-40B4-BE49-F238E27FC236}">
                <a16:creationId xmlns:a16="http://schemas.microsoft.com/office/drawing/2014/main" id="{4894227F-10F6-44A4-A5E2-BE4C509D260E}"/>
              </a:ext>
            </a:extLst>
          </p:cNvPr>
          <p:cNvSpPr>
            <a:spLocks xmlns:a="http://schemas.openxmlformats.org/drawingml/2006/main" noGrp="1"/>
          </p:cNvSpPr>
          <p:nvPr/>
        </p:nvSpPr>
        <p:spPr>
          <a:xfrm xmlns:a="http://schemas.openxmlformats.org/drawingml/2006/main">
            <a:off x="609600" y="4381500"/>
            <a:ext cx="2352675" cy="895350"/>
          </a:xfrm>
          <a:prstGeom xmlns:a="http://schemas.openxmlformats.org/drawingml/2006/main" prst="rect">
            <a:avLst/>
          </a:prstGeom>
          <a:solidFill xmlns:a="http://schemas.openxmlformats.org/drawingml/2006/main">
            <a:srgbClr val="F3F7F9"/>
          </a:solidFill>
          <a:ln xmlns:a="http://schemas.openxmlformats.org/drawingml/2006/main" w="12383">
            <a:solidFill>
              <a:srgbClr val="B6C7D2"/>
            </a:solidFill>
          </a:ln>
        </p:spPr>
      </p:sp>
      <p:sp>
        <p:nvSpPr>
          <p:cNvPr id="19" name="text-123">
            <a:extLst xmlns:a="http://schemas.openxmlformats.org/drawingml/2006/main">
              <a:ext uri="{FF2B5EF4-FFF2-40B4-BE49-F238E27FC236}">
                <a16:creationId xmlns:a16="http://schemas.microsoft.com/office/drawing/2014/main" id="{43A4EF55-5344-4467-8CF8-A009D26A8088}"/>
              </a:ext>
            </a:extLst>
          </p:cNvPr>
          <p:cNvSpPr>
            <a:spLocks xmlns:a="http://schemas.openxmlformats.org/drawingml/2006/main" noGrp="1"/>
          </p:cNvSpPr>
          <p:nvPr/>
        </p:nvSpPr>
        <p:spPr>
          <a:xfrm xmlns:a="http://schemas.openxmlformats.org/drawingml/2006/main">
            <a:off x="685800" y="4457700"/>
            <a:ext cx="22002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285880"/>
                </a:solidFill>
                <a:latin typeface="Malgun Gothic"/>
                <a:ea typeface="Malgun Gothic"/>
                <a:cs typeface="Malgun Gothic"/>
              </a:defRPr>
            </a:pPr>
            <a:r>
              <a:rPr sz="1950" b="1">
                <a:solidFill>
                  <a:srgbClr val="285880"/>
                </a:solidFill>
                <a:latin typeface="Malgun Gothic"/>
                <a:ea typeface="Malgun Gothic"/>
                <a:cs typeface="Malgun Gothic"/>
              </a:rPr>
              <a:t>개인 결과</a:t>
            </a:r>
          </a:p>
        </p:txBody>
      </p:sp>
      <p:sp>
        <p:nvSpPr>
          <p:cNvPr id="20" name="diagram-box-124">
            <a:extLst xmlns:a="http://schemas.openxmlformats.org/drawingml/2006/main">
              <a:ext uri="{FF2B5EF4-FFF2-40B4-BE49-F238E27FC236}">
                <a16:creationId xmlns:a16="http://schemas.microsoft.com/office/drawing/2014/main" id="{AA967A04-4AC0-4461-8A24-2DF936D8D5EC}"/>
              </a:ext>
            </a:extLst>
          </p:cNvPr>
          <p:cNvSpPr>
            <a:spLocks xmlns:a="http://schemas.openxmlformats.org/drawingml/2006/main" noGrp="1"/>
          </p:cNvSpPr>
          <p:nvPr/>
        </p:nvSpPr>
        <p:spPr>
          <a:xfrm xmlns:a="http://schemas.openxmlformats.org/drawingml/2006/main">
            <a:off x="3476625" y="4381500"/>
            <a:ext cx="2352675" cy="895350"/>
          </a:xfrm>
          <a:prstGeom xmlns:a="http://schemas.openxmlformats.org/drawingml/2006/main" prst="rect">
            <a:avLst/>
          </a:prstGeom>
          <a:solidFill xmlns:a="http://schemas.openxmlformats.org/drawingml/2006/main">
            <a:srgbClr val="F3F7F9"/>
          </a:solidFill>
          <a:ln xmlns:a="http://schemas.openxmlformats.org/drawingml/2006/main" w="12383">
            <a:solidFill>
              <a:srgbClr val="B6C7D2"/>
            </a:solidFill>
          </a:ln>
        </p:spPr>
      </p:sp>
      <p:sp>
        <p:nvSpPr>
          <p:cNvPr id="21" name="text-125">
            <a:extLst xmlns:a="http://schemas.openxmlformats.org/drawingml/2006/main">
              <a:ext uri="{FF2B5EF4-FFF2-40B4-BE49-F238E27FC236}">
                <a16:creationId xmlns:a16="http://schemas.microsoft.com/office/drawing/2014/main" id="{B167EA07-B5CA-4A84-A9F2-0BEE0EA232BF}"/>
              </a:ext>
            </a:extLst>
          </p:cNvPr>
          <p:cNvSpPr>
            <a:spLocks xmlns:a="http://schemas.openxmlformats.org/drawingml/2006/main" noGrp="1"/>
          </p:cNvSpPr>
          <p:nvPr/>
        </p:nvSpPr>
        <p:spPr>
          <a:xfrm xmlns:a="http://schemas.openxmlformats.org/drawingml/2006/main">
            <a:off x="3552825" y="4457700"/>
            <a:ext cx="22002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285880"/>
                </a:solidFill>
                <a:latin typeface="Malgun Gothic"/>
                <a:ea typeface="Malgun Gothic"/>
                <a:cs typeface="Malgun Gothic"/>
              </a:defRPr>
            </a:pPr>
            <a:r>
              <a:rPr sz="1950" b="1">
                <a:solidFill>
                  <a:srgbClr val="285880"/>
                </a:solidFill>
                <a:latin typeface="Malgun Gothic"/>
                <a:ea typeface="Malgun Gothic"/>
                <a:cs typeface="Malgun Gothic"/>
              </a:rPr>
              <a:t>결과 파일 복사</a:t>
            </a:r>
          </a:p>
        </p:txBody>
      </p:sp>
      <p:sp>
        <p:nvSpPr>
          <p:cNvPr id="22" name="diagram-box-126">
            <a:extLst xmlns:a="http://schemas.openxmlformats.org/drawingml/2006/main">
              <a:ext uri="{FF2B5EF4-FFF2-40B4-BE49-F238E27FC236}">
                <a16:creationId xmlns:a16="http://schemas.microsoft.com/office/drawing/2014/main" id="{41B4AC81-2E2F-4CC2-8B25-D5BEACB8D900}"/>
              </a:ext>
            </a:extLst>
          </p:cNvPr>
          <p:cNvSpPr>
            <a:spLocks xmlns:a="http://schemas.openxmlformats.org/drawingml/2006/main" noGrp="1"/>
          </p:cNvSpPr>
          <p:nvPr/>
        </p:nvSpPr>
        <p:spPr>
          <a:xfrm xmlns:a="http://schemas.openxmlformats.org/drawingml/2006/main">
            <a:off x="6343650" y="4381500"/>
            <a:ext cx="2352675" cy="895350"/>
          </a:xfrm>
          <a:prstGeom xmlns:a="http://schemas.openxmlformats.org/drawingml/2006/main" prst="rect">
            <a:avLst/>
          </a:prstGeom>
          <a:solidFill xmlns:a="http://schemas.openxmlformats.org/drawingml/2006/main">
            <a:srgbClr val="F3F7F9"/>
          </a:solidFill>
          <a:ln xmlns:a="http://schemas.openxmlformats.org/drawingml/2006/main" w="12383">
            <a:solidFill>
              <a:srgbClr val="B6C7D2"/>
            </a:solidFill>
          </a:ln>
        </p:spPr>
      </p:sp>
      <p:sp>
        <p:nvSpPr>
          <p:cNvPr id="23" name="text-127">
            <a:extLst xmlns:a="http://schemas.openxmlformats.org/drawingml/2006/main">
              <a:ext uri="{FF2B5EF4-FFF2-40B4-BE49-F238E27FC236}">
                <a16:creationId xmlns:a16="http://schemas.microsoft.com/office/drawing/2014/main" id="{DDE72929-6BC1-4440-B8F9-399D8F7AD467}"/>
              </a:ext>
            </a:extLst>
          </p:cNvPr>
          <p:cNvSpPr>
            <a:spLocks xmlns:a="http://schemas.openxmlformats.org/drawingml/2006/main" noGrp="1"/>
          </p:cNvSpPr>
          <p:nvPr/>
        </p:nvSpPr>
        <p:spPr>
          <a:xfrm xmlns:a="http://schemas.openxmlformats.org/drawingml/2006/main">
            <a:off x="6419850" y="4457700"/>
            <a:ext cx="22002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285880"/>
                </a:solidFill>
                <a:latin typeface="Malgun Gothic"/>
                <a:ea typeface="Malgun Gothic"/>
                <a:cs typeface="Malgun Gothic"/>
              </a:defRPr>
            </a:pPr>
            <a:r>
              <a:rPr sz="1950" b="1">
                <a:solidFill>
                  <a:srgbClr val="285880"/>
                </a:solidFill>
                <a:latin typeface="Malgun Gothic"/>
                <a:ea typeface="Malgun Gothic"/>
                <a:cs typeface="Malgun Gothic"/>
              </a:rPr>
              <a:t>공유폴더 보관</a:t>
            </a:r>
          </a:p>
        </p:txBody>
      </p:sp>
      <p:sp>
        <p:nvSpPr>
          <p:cNvPr id="24" name="diagram-box-128">
            <a:extLst xmlns:a="http://schemas.openxmlformats.org/drawingml/2006/main">
              <a:ext uri="{FF2B5EF4-FFF2-40B4-BE49-F238E27FC236}">
                <a16:creationId xmlns:a16="http://schemas.microsoft.com/office/drawing/2014/main" id="{73AFA107-D767-4BF0-BA5D-B9F3A40B2E2A}"/>
              </a:ext>
            </a:extLst>
          </p:cNvPr>
          <p:cNvSpPr>
            <a:spLocks xmlns:a="http://schemas.openxmlformats.org/drawingml/2006/main" noGrp="1"/>
          </p:cNvSpPr>
          <p:nvPr/>
        </p:nvSpPr>
        <p:spPr>
          <a:xfrm xmlns:a="http://schemas.openxmlformats.org/drawingml/2006/main">
            <a:off x="9210675" y="4381500"/>
            <a:ext cx="2352675" cy="895350"/>
          </a:xfrm>
          <a:prstGeom xmlns:a="http://schemas.openxmlformats.org/drawingml/2006/main" prst="rect">
            <a:avLst/>
          </a:prstGeom>
          <a:solidFill xmlns:a="http://schemas.openxmlformats.org/drawingml/2006/main">
            <a:srgbClr val="F3F7F9"/>
          </a:solidFill>
          <a:ln xmlns:a="http://schemas.openxmlformats.org/drawingml/2006/main" w="12383">
            <a:solidFill>
              <a:srgbClr val="B6C7D2"/>
            </a:solidFill>
          </a:ln>
        </p:spPr>
      </p:sp>
      <p:sp>
        <p:nvSpPr>
          <p:cNvPr id="25" name="text-129">
            <a:extLst xmlns:a="http://schemas.openxmlformats.org/drawingml/2006/main">
              <a:ext uri="{FF2B5EF4-FFF2-40B4-BE49-F238E27FC236}">
                <a16:creationId xmlns:a16="http://schemas.microsoft.com/office/drawing/2014/main" id="{B808A720-91EF-4F30-BA5A-B0176C95EEF3}"/>
              </a:ext>
            </a:extLst>
          </p:cNvPr>
          <p:cNvSpPr>
            <a:spLocks xmlns:a="http://schemas.openxmlformats.org/drawingml/2006/main" noGrp="1"/>
          </p:cNvSpPr>
          <p:nvPr/>
        </p:nvSpPr>
        <p:spPr>
          <a:xfrm xmlns:a="http://schemas.openxmlformats.org/drawingml/2006/main">
            <a:off x="9286875" y="4457700"/>
            <a:ext cx="22002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285880"/>
                </a:solidFill>
                <a:latin typeface="Malgun Gothic"/>
                <a:ea typeface="Malgun Gothic"/>
                <a:cs typeface="Malgun Gothic"/>
              </a:defRPr>
            </a:pPr>
            <a:r>
              <a:rPr sz="1950" b="1">
                <a:solidFill>
                  <a:srgbClr val="285880"/>
                </a:solidFill>
                <a:latin typeface="Malgun Gothic"/>
                <a:ea typeface="Malgun Gothic"/>
                <a:cs typeface="Malgun Gothic"/>
              </a:rPr>
              <a:t>별도 집계 실행</a:t>
            </a:r>
          </a:p>
        </p:txBody>
      </p:sp>
      <p:cxnSp>
        <p:nvCxnSpPr>
          <p:cNvPr id="55" name=""/>
          <p:cNvCxnSpPr>
            <a:stCxn xmlns:a="http://schemas.openxmlformats.org/drawingml/2006/main" id="18" idx="3"/>
            <a:endCxn xmlns:a="http://schemas.openxmlformats.org/drawingml/2006/main" id="20" idx="1"/>
          </p:cNvCxnSpPr>
          <p:nvPr/>
        </p:nvCxnSpPr>
        <p:spPr>
          <a:xfrm xmlns:a="http://schemas.openxmlformats.org/drawingml/2006/main">
            <a:off x="2962275" y="4829175"/>
            <a:ext cx="514350" cy="0"/>
          </a:xfrm>
          <a:prstGeom xmlns:a="http://schemas.openxmlformats.org/drawingml/2006/main" prst="straightConnector1">
            <a:avLst/>
          </a:prstGeom>
          <a:ln xmlns:a="http://schemas.openxmlformats.org/drawingml/2006/main" w="19050">
            <a:solidFill>
              <a:srgbClr val="506577"/>
            </a:solidFill>
            <a:tailEnd type="triangle" w="med" len="med"/>
          </a:ln>
        </p:spPr>
      </p:cxnSp>
      <p:cxnSp>
        <p:nvCxnSpPr>
          <p:cNvPr id="56" name=""/>
          <p:cNvCxnSpPr>
            <a:stCxn xmlns:a="http://schemas.openxmlformats.org/drawingml/2006/main" id="20" idx="3"/>
            <a:endCxn xmlns:a="http://schemas.openxmlformats.org/drawingml/2006/main" id="22" idx="1"/>
          </p:cNvCxnSpPr>
          <p:nvPr/>
        </p:nvCxnSpPr>
        <p:spPr>
          <a:xfrm xmlns:a="http://schemas.openxmlformats.org/drawingml/2006/main">
            <a:off x="5829300" y="4829175"/>
            <a:ext cx="514350" cy="0"/>
          </a:xfrm>
          <a:prstGeom xmlns:a="http://schemas.openxmlformats.org/drawingml/2006/main" prst="straightConnector1">
            <a:avLst/>
          </a:prstGeom>
          <a:ln xmlns:a="http://schemas.openxmlformats.org/drawingml/2006/main" w="19050">
            <a:solidFill>
              <a:srgbClr val="506577"/>
            </a:solidFill>
            <a:tailEnd type="triangle" w="med" len="med"/>
          </a:ln>
        </p:spPr>
      </p:cxnSp>
      <p:cxnSp>
        <p:nvCxnSpPr>
          <p:cNvPr id="57" name=""/>
          <p:cNvCxnSpPr>
            <a:stCxn xmlns:a="http://schemas.openxmlformats.org/drawingml/2006/main" id="22" idx="3"/>
            <a:endCxn xmlns:a="http://schemas.openxmlformats.org/drawingml/2006/main" id="24" idx="1"/>
          </p:cNvCxnSpPr>
          <p:nvPr/>
        </p:nvCxnSpPr>
        <p:spPr>
          <a:xfrm xmlns:a="http://schemas.openxmlformats.org/drawingml/2006/main">
            <a:off x="8696325" y="4829175"/>
            <a:ext cx="514350" cy="0"/>
          </a:xfrm>
          <a:prstGeom xmlns:a="http://schemas.openxmlformats.org/drawingml/2006/main" prst="straightConnector1">
            <a:avLst/>
          </a:prstGeom>
          <a:ln xmlns:a="http://schemas.openxmlformats.org/drawingml/2006/main" w="19050">
            <a:solidFill>
              <a:srgbClr val="506577"/>
            </a:solidFill>
            <a:tailEnd type="triangle" w="med" len="med"/>
          </a:ln>
        </p:spPr>
      </p:cxnSp>
      <p:sp>
        <p:nvSpPr>
          <p:cNvPr id="29" name="text-130">
            <a:extLst xmlns:a="http://schemas.openxmlformats.org/drawingml/2006/main">
              <a:ext uri="{FF2B5EF4-FFF2-40B4-BE49-F238E27FC236}">
                <a16:creationId xmlns:a16="http://schemas.microsoft.com/office/drawing/2014/main" id="{7EAD1C3B-942C-4BEC-934C-00352627EC75}"/>
              </a:ext>
            </a:extLst>
          </p:cNvPr>
          <p:cNvSpPr>
            <a:spLocks xmlns:a="http://schemas.openxmlformats.org/drawingml/2006/main" noGrp="1"/>
          </p:cNvSpPr>
          <p:nvPr/>
        </p:nvSpPr>
        <p:spPr>
          <a:xfrm xmlns:a="http://schemas.openxmlformats.org/drawingml/2006/main">
            <a:off x="609600" y="5591175"/>
            <a:ext cx="1095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506577"/>
                </a:solidFill>
                <a:latin typeface="Malgun Gothic"/>
                <a:ea typeface="Malgun Gothic"/>
                <a:cs typeface="Malgun Gothic"/>
              </a:defRPr>
            </a:pPr>
            <a:r>
              <a:rPr sz="1725" b="0">
                <a:solidFill>
                  <a:srgbClr val="506577"/>
                </a:solidFill>
                <a:latin typeface="Malgun Gothic"/>
                <a:ea typeface="Malgun Gothic"/>
                <a:cs typeface="Malgun Gothic"/>
              </a:rPr>
              <a:t>전달 항목: 인원 정보와 허용된 결과 파일</a:t>
            </a:r>
          </a:p>
          <a:p xmlns:a="http://schemas.openxmlformats.org/drawingml/2006/main">
            <a:pPr algn="l">
              <a:defRPr sz="1725" b="0">
                <a:solidFill>
                  <a:srgbClr val="506577"/>
                </a:solidFill>
                <a:latin typeface="Malgun Gothic"/>
                <a:ea typeface="Malgun Gothic"/>
                <a:cs typeface="Malgun Gothic"/>
              </a:defRPr>
            </a:pPr>
            <a:r>
              <a:rPr sz="1725" b="0">
                <a:solidFill>
                  <a:srgbClr val="506577"/>
                </a:solidFill>
                <a:latin typeface="Malgun Gothic"/>
                <a:ea typeface="Malgun Gothic"/>
                <a:cs typeface="Malgun Gothic"/>
              </a:rPr>
              <a:t>수동 공유폴더 저장: 개인 HTML 보고서 추가 가능</a:t>
            </a:r>
          </a:p>
        </p:txBody>
      </p:sp>
    </p:spTree>
    <p:extLst>
      <p:ext uri="{BB962C8B-B14F-4D97-AF65-F5344CB8AC3E}">
        <p14:creationId xmlns:p14="http://schemas.microsoft.com/office/powerpoint/2010/main" val="15723407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131">
            <a:extLst xmlns:a="http://schemas.openxmlformats.org/drawingml/2006/main">
              <a:ext uri="{FF2B5EF4-FFF2-40B4-BE49-F238E27FC236}">
                <a16:creationId xmlns:a16="http://schemas.microsoft.com/office/drawing/2014/main" id="{4288CBA6-C8F5-425B-A9E5-3BBB0733F366}"/>
              </a:ext>
            </a:extLst>
          </p:cNvPr>
          <p:cNvSpPr>
            <a:spLocks xmlns:a="http://schemas.openxmlformats.org/drawingml/2006/main" noGrp="1"/>
          </p:cNvSpPr>
          <p:nvPr/>
        </p:nvSpPr>
        <p:spPr>
          <a:xfrm xmlns:a="http://schemas.openxmlformats.org/drawingml/2006/main">
            <a:off x="609600" y="438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173449"/>
                </a:solidFill>
                <a:latin typeface="Malgun Gothic"/>
                <a:ea typeface="Malgun Gothic"/>
                <a:cs typeface="Malgun Gothic"/>
              </a:defRPr>
            </a:pPr>
            <a:r>
              <a:rPr sz="3300" b="1">
                <a:solidFill>
                  <a:srgbClr val="173449"/>
                </a:solidFill>
                <a:latin typeface="Malgun Gothic"/>
                <a:ea typeface="Malgun Gothic"/>
                <a:cs typeface="Malgun Gothic"/>
              </a:rPr>
              <a:t>별도 확인 사항</a:t>
            </a:r>
          </a:p>
        </p:txBody>
      </p:sp>
      <p:sp>
        <p:nvSpPr>
          <p:cNvPr id="2" name="text-132">
            <a:extLst xmlns:a="http://schemas.openxmlformats.org/drawingml/2006/main">
              <a:ext uri="{FF2B5EF4-FFF2-40B4-BE49-F238E27FC236}">
                <a16:creationId xmlns:a16="http://schemas.microsoft.com/office/drawing/2014/main" id="{270C4AF3-CDBC-4357-A236-B55234F6C623}"/>
              </a:ext>
            </a:extLst>
          </p:cNvPr>
          <p:cNvSpPr>
            <a:spLocks xmlns:a="http://schemas.openxmlformats.org/drawingml/2006/main" noGrp="1"/>
          </p:cNvSpPr>
          <p:nvPr/>
        </p:nvSpPr>
        <p:spPr>
          <a:xfrm xmlns:a="http://schemas.openxmlformats.org/drawingml/2006/main">
            <a:off x="609600" y="6410325"/>
            <a:ext cx="7810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506577"/>
                </a:solidFill>
                <a:latin typeface="Malgun Gothic"/>
                <a:ea typeface="Malgun Gothic"/>
                <a:cs typeface="Malgun Gothic"/>
              </a:defRPr>
            </a:pPr>
            <a:r>
              <a:rPr sz="1350" b="0">
                <a:solidFill>
                  <a:srgbClr val="506577"/>
                </a:solidFill>
                <a:latin typeface="Malgun Gothic"/>
                <a:ea typeface="Malgun Gothic"/>
                <a:cs typeface="Malgun Gothic"/>
              </a:rPr>
              <a:t>로드모니터 LM24 v24.0.18</a:t>
            </a:r>
          </a:p>
        </p:txBody>
      </p:sp>
      <p:sp>
        <p:nvSpPr>
          <p:cNvPr id="3" name="text-133">
            <a:extLst xmlns:a="http://schemas.openxmlformats.org/drawingml/2006/main">
              <a:ext uri="{FF2B5EF4-FFF2-40B4-BE49-F238E27FC236}">
                <a16:creationId xmlns:a16="http://schemas.microsoft.com/office/drawing/2014/main" id="{5F8FBDE3-D477-4F26-8983-1CF8209892C9}"/>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00" b="0">
                <a:solidFill>
                  <a:srgbClr val="506577"/>
                </a:solidFill>
                <a:latin typeface="Malgun Gothic"/>
                <a:ea typeface="Malgun Gothic"/>
                <a:cs typeface="Malgun Gothic"/>
              </a:defRPr>
            </a:pPr>
            <a:r>
              <a:rPr sz="1500" b="0">
                <a:solidFill>
                  <a:srgbClr val="506577"/>
                </a:solidFill>
                <a:latin typeface="Malgun Gothic"/>
                <a:ea typeface="Malgun Gothic"/>
                <a:cs typeface="Malgun Gothic"/>
              </a:rPr>
              <a:t>06</a:t>
            </a:r>
          </a:p>
        </p:txBody>
      </p:sp>
      <p:graphicFrame>
        <p:nvGraphicFramePr>
          <p:cNvPr id="8" name=""/>
          <p:cNvGraphicFramePr/>
          <p:nvPr/>
        </p:nvGraphicFramePr>
        <p:xfrm>
          <a:off xmlns:a="http://schemas.openxmlformats.org/drawingml/2006/main" x="609600" y="1390650"/>
          <a:ext xmlns:a="http://schemas.openxmlformats.org/drawingml/2006/main" cx="10820400" cy="4838700"/>
        </p:xfrm>
        <a:graphic xmlns:a="http://schemas.openxmlformats.org/drawingml/2006/main">
          <a:graphicData uri="http://schemas.openxmlformats.org/drawingml/2006/table">
            <a:tbl>
              <a:tblPr/>
              <a:tblGrid>
                <a:gridCol w="1762125"/>
                <a:gridCol w="9058275"/>
              </a:tblGrid>
              <a:tr h="495300">
                <a:tc>
                  <a:txBody>
                    <a:bodyPr wrap="none" lIns="152400" tIns="95250" rIns="152400" bIns="95250">
                      <a:noAutofit/>
                    </a:bodyPr>
                    <a:lstStyle/>
                    <a:p>
                      <a:pPr algn="l"/>
                      <a:r>
                        <a:rPr sz="1800" b="1">
                          <a:solidFill>
                            <a:srgbClr val="FFFFFF"/>
                          </a:solidFill>
                          <a:latin typeface="Malgun Gothic"/>
                          <a:ea typeface="Malgun Gothic"/>
                          <a:cs typeface="Malgun Gothic"/>
                        </a:rPr>
                        <a:t>구분</a:t>
                      </a:r>
                    </a:p>
                  </a:txBody>
                  <a:tcPr marL="91440" marR="91440" marT="45720" marB="45720" anchor="ctr">
                    <a:solidFill>
                      <a:srgbClr val="173449"/>
                    </a:solidFill>
                  </a:tcPr>
                </a:tc>
                <a:tc>
                  <a:txBody>
                    <a:bodyPr wrap="none" lIns="152400" tIns="95250" rIns="152400" bIns="95250">
                      <a:noAutofit/>
                    </a:bodyPr>
                    <a:lstStyle/>
                    <a:p>
                      <a:pPr algn="l"/>
                      <a:r>
                        <a:rPr sz="1800" b="1">
                          <a:solidFill>
                            <a:srgbClr val="FFFFFF"/>
                          </a:solidFill>
                          <a:latin typeface="Malgun Gothic"/>
                          <a:ea typeface="Malgun Gothic"/>
                          <a:cs typeface="Malgun Gothic"/>
                        </a:rPr>
                        <a:t>주의 및 확인 내용</a:t>
                      </a:r>
                    </a:p>
                  </a:txBody>
                  <a:tcPr marL="91440" marR="91440" marT="45720" marB="45720" anchor="ctr">
                    <a:solidFill>
                      <a:srgbClr val="173449"/>
                    </a:solidFill>
                  </a:tcPr>
                </a:tc>
              </a:tr>
              <a:tr h="723900">
                <a:tc>
                  <a:txBody>
                    <a:bodyPr wrap="none" lIns="152400" tIns="95250" rIns="152400" bIns="95250">
                      <a:noAutofit/>
                    </a:bodyPr>
                    <a:lstStyle/>
                    <a:p>
                      <a:pPr algn="l"/>
                      <a:r>
                        <a:rPr sz="1725" b="1">
                          <a:solidFill>
                            <a:srgbClr val="173449"/>
                          </a:solidFill>
                          <a:latin typeface="Malgun Gothic"/>
                          <a:ea typeface="Malgun Gothic"/>
                          <a:cs typeface="Malgun Gothic"/>
                        </a:rPr>
                        <a:t>수집 범위</a:t>
                      </a:r>
                    </a:p>
                  </a:txBody>
                  <a:tcPr marL="91440" marR="91440" marT="45720" marB="45720" anchor="ctr">
                    <a:solidFill>
                      <a:srgbClr val="FFFFFF"/>
                    </a:solidFill>
                  </a:tcPr>
                </a:tc>
                <a:tc>
                  <a:txBody>
                    <a:bodyPr wrap="none" lIns="152400" tIns="95250" rIns="152400" bIns="95250">
                      <a:noAutofit/>
                    </a:bodyPr>
                    <a:lstStyle/>
                    <a:p>
                      <a:pPr algn="l"/>
                      <a:r>
                        <a:rPr sz="1725" b="0">
                          <a:solidFill>
                            <a:srgbClr val="173449"/>
                          </a:solidFill>
                          <a:latin typeface="Malgun Gothic"/>
                          <a:ea typeface="Malgun Gothic"/>
                          <a:cs typeface="Malgun Gothic"/>
                        </a:rPr>
                        <a:t>화면, 색인, 권한에 따른 수집 차이</a:t>
                      </a:r>
                    </a:p>
                    <a:p>
                      <a:pPr algn="l"/>
                      <a:r>
                        <a:rPr sz="1725" b="0">
                          <a:solidFill>
                            <a:srgbClr val="173449"/>
                          </a:solidFill>
                          <a:latin typeface="Malgun Gothic"/>
                          <a:ea typeface="Malgun Gothic"/>
                          <a:cs typeface="Malgun Gothic"/>
                        </a:rPr>
                        <a:t>계정 전체 자료의 완전한 동기화는 보장하지 않음</a:t>
                      </a:r>
                    </a:p>
                  </a:txBody>
                  <a:tcPr marL="91440" marR="91440" marT="45720" marB="45720" anchor="ctr">
                    <a:solidFill>
                      <a:srgbClr val="FFFFFF"/>
                    </a:solidFill>
                  </a:tcPr>
                </a:tc>
              </a:tr>
              <a:tr h="723900">
                <a:tc>
                  <a:txBody>
                    <a:bodyPr wrap="none" lIns="152400" tIns="95250" rIns="152400" bIns="95250">
                      <a:noAutofit/>
                    </a:bodyPr>
                    <a:lstStyle/>
                    <a:p>
                      <a:pPr algn="l"/>
                      <a:r>
                        <a:rPr sz="1725" b="1">
                          <a:solidFill>
                            <a:srgbClr val="173449"/>
                          </a:solidFill>
                          <a:latin typeface="Malgun Gothic"/>
                          <a:ea typeface="Malgun Gothic"/>
                          <a:cs typeface="Malgun Gothic"/>
                        </a:rPr>
                        <a:t>원자료 보관</a:t>
                      </a:r>
                    </a:p>
                  </a:txBody>
                  <a:tcPr marL="91440" marR="91440" marT="45720" marB="45720" anchor="ctr">
                    <a:solidFill>
                      <a:srgbClr val="F3F7F9"/>
                    </a:solidFill>
                  </a:tcPr>
                </a:tc>
                <a:tc>
                  <a:txBody>
                    <a:bodyPr wrap="none" lIns="152400" tIns="95250" rIns="152400" bIns="95250">
                      <a:noAutofit/>
                    </a:bodyPr>
                    <a:lstStyle/>
                    <a:p>
                      <a:pPr algn="l"/>
                      <a:r>
                        <a:rPr sz="1725" b="0">
                          <a:solidFill>
                            <a:srgbClr val="173449"/>
                          </a:solidFill>
                          <a:latin typeface="Malgun Gothic"/>
                          <a:ea typeface="Malgun Gothic"/>
                          <a:cs typeface="Malgun Gothic"/>
                        </a:rPr>
                        <a:t>신호 제외와 원자료 및 캐시 삭제는 별개</a:t>
                      </a:r>
                    </a:p>
                    <a:p>
                      <a:pPr algn="l"/>
                      <a:r>
                        <a:rPr sz="1725" b="0">
                          <a:solidFill>
                            <a:srgbClr val="173449"/>
                          </a:solidFill>
                          <a:latin typeface="Malgun Gothic"/>
                          <a:ea typeface="Malgun Gothic"/>
                          <a:cs typeface="Malgun Gothic"/>
                        </a:rPr>
                        <a:t>Teams 화면 TXT, Copilot 응답, History 임시 DB 보관 범위 확인</a:t>
                      </a:r>
                    </a:p>
                  </a:txBody>
                  <a:tcPr marL="91440" marR="91440" marT="45720" marB="45720" anchor="ctr">
                    <a:solidFill>
                      <a:srgbClr val="F3F7F9"/>
                    </a:solidFill>
                  </a:tcPr>
                </a:tc>
              </a:tr>
              <a:tr h="723900">
                <a:tc>
                  <a:txBody>
                    <a:bodyPr wrap="none" lIns="152400" tIns="95250" rIns="152400" bIns="95250">
                      <a:noAutofit/>
                    </a:bodyPr>
                    <a:lstStyle/>
                    <a:p>
                      <a:pPr algn="l"/>
                      <a:r>
                        <a:rPr sz="1725" b="1">
                          <a:solidFill>
                            <a:srgbClr val="173449"/>
                          </a:solidFill>
                          <a:latin typeface="Malgun Gothic"/>
                          <a:ea typeface="Malgun Gothic"/>
                          <a:cs typeface="Malgun Gothic"/>
                        </a:rPr>
                        <a:t>필터 적용</a:t>
                      </a:r>
                    </a:p>
                  </a:txBody>
                  <a:tcPr marL="91440" marR="91440" marT="45720" marB="45720" anchor="ctr">
                    <a:solidFill>
                      <a:srgbClr val="FFFFFF"/>
                    </a:solidFill>
                  </a:tcPr>
                </a:tc>
                <a:tc>
                  <a:txBody>
                    <a:bodyPr wrap="none" lIns="152400" tIns="95250" rIns="152400" bIns="95250">
                      <a:noAutofit/>
                    </a:bodyPr>
                    <a:lstStyle/>
                    <a:p>
                      <a:pPr algn="l"/>
                      <a:r>
                        <a:rPr sz="1725" b="0">
                          <a:solidFill>
                            <a:srgbClr val="173449"/>
                          </a:solidFill>
                          <a:latin typeface="Malgun Gothic"/>
                          <a:ea typeface="Malgun Gothic"/>
                          <a:cs typeface="Malgun Gothic"/>
                        </a:rPr>
                        <a:t>등록어에 따른 분석 행 제외</a:t>
                      </a:r>
                    </a:p>
                    <a:p>
                      <a:pPr algn="l"/>
                      <a:r>
                        <a:rPr sz="1725" b="0">
                          <a:solidFill>
                            <a:srgbClr val="173449"/>
                          </a:solidFill>
                          <a:latin typeface="Malgun Gothic"/>
                          <a:ea typeface="Malgun Gothic"/>
                          <a:cs typeface="Malgun Gothic"/>
                        </a:rPr>
                        <a:t>개인정보, 고객명, 중요정보의 전체 탐지 및 일괄 가림은 보장하지 않음</a:t>
                      </a:r>
                    </a:p>
                  </a:txBody>
                  <a:tcPr marL="91440" marR="91440" marT="45720" marB="45720" anchor="ctr">
                    <a:solidFill>
                      <a:srgbClr val="FFFFFF"/>
                    </a:solidFill>
                  </a:tcPr>
                </a:tc>
              </a:tr>
              <a:tr h="723900">
                <a:tc>
                  <a:txBody>
                    <a:bodyPr wrap="none" lIns="152400" tIns="95250" rIns="152400" bIns="95250">
                      <a:noAutofit/>
                    </a:bodyPr>
                    <a:lstStyle/>
                    <a:p>
                      <a:pPr algn="l"/>
                      <a:r>
                        <a:rPr sz="1725" b="1">
                          <a:solidFill>
                            <a:srgbClr val="173449"/>
                          </a:solidFill>
                          <a:latin typeface="Malgun Gothic"/>
                          <a:ea typeface="Malgun Gothic"/>
                          <a:cs typeface="Malgun Gothic"/>
                        </a:rPr>
                        <a:t>AI 처리</a:t>
                      </a:r>
                    </a:p>
                  </a:txBody>
                  <a:tcPr marL="91440" marR="91440" marT="45720" marB="45720" anchor="ctr">
                    <a:solidFill>
                      <a:srgbClr val="F3F7F9"/>
                    </a:solidFill>
                  </a:tcPr>
                </a:tc>
                <a:tc>
                  <a:txBody>
                    <a:bodyPr wrap="none" lIns="152400" tIns="95250" rIns="152400" bIns="95250">
                      <a:noAutofit/>
                    </a:bodyPr>
                    <a:lstStyle/>
                    <a:p>
                      <a:pPr algn="l"/>
                      <a:r>
                        <a:rPr sz="1725" b="0">
                          <a:solidFill>
                            <a:srgbClr val="173449"/>
                          </a:solidFill>
                          <a:latin typeface="Malgun Gothic"/>
                          <a:ea typeface="Malgun Gothic"/>
                          <a:cs typeface="Malgun Gothic"/>
                        </a:rPr>
                        <a:t>비업무 판정은 입력을 보낸 뒤 적용</a:t>
                      </a:r>
                    </a:p>
                    <a:p>
                      <a:pPr algn="l"/>
                      <a:r>
                        <a:rPr sz="1725" b="0">
                          <a:solidFill>
                            <a:srgbClr val="173449"/>
                          </a:solidFill>
                          <a:latin typeface="Malgun Gothic"/>
                          <a:ea typeface="Malgun Gothic"/>
                          <a:cs typeface="Malgun Gothic"/>
                        </a:rPr>
                        <a:t>일부 상대 표기 축소와 본문 가림은 별개</a:t>
                      </a:r>
                    </a:p>
                  </a:txBody>
                  <a:tcPr marL="91440" marR="91440" marT="45720" marB="45720" anchor="ctr">
                    <a:solidFill>
                      <a:srgbClr val="F3F7F9"/>
                    </a:solidFill>
                  </a:tcPr>
                </a:tc>
              </a:tr>
              <a:tr h="723900">
                <a:tc>
                  <a:txBody>
                    <a:bodyPr wrap="none" lIns="152400" tIns="95250" rIns="152400" bIns="95250">
                      <a:noAutofit/>
                    </a:bodyPr>
                    <a:lstStyle/>
                    <a:p>
                      <a:pPr algn="l"/>
                      <a:r>
                        <a:rPr sz="1725" b="1">
                          <a:solidFill>
                            <a:srgbClr val="173449"/>
                          </a:solidFill>
                          <a:latin typeface="Malgun Gothic"/>
                          <a:ea typeface="Malgun Gothic"/>
                          <a:cs typeface="Malgun Gothic"/>
                        </a:rPr>
                        <a:t>팀 전달</a:t>
                      </a:r>
                    </a:p>
                  </a:txBody>
                  <a:tcPr marL="91440" marR="91440" marT="45720" marB="45720" anchor="ctr">
                    <a:solidFill>
                      <a:srgbClr val="FFFFFF"/>
                    </a:solidFill>
                  </a:tcPr>
                </a:tc>
                <a:tc>
                  <a:txBody>
                    <a:bodyPr wrap="none" lIns="152400" tIns="95250" rIns="152400" bIns="95250">
                      <a:noAutofit/>
                    </a:bodyPr>
                    <a:lstStyle/>
                    <a:p>
                      <a:pPr algn="l"/>
                      <a:r>
                        <a:rPr sz="1725" b="0">
                          <a:solidFill>
                            <a:srgbClr val="173449"/>
                          </a:solidFill>
                          <a:latin typeface="Malgun Gothic"/>
                          <a:ea typeface="Malgun Gothic"/>
                          <a:cs typeface="Malgun Gothic"/>
                        </a:rPr>
                        <a:t>전달 전 내용 재검사 없음</a:t>
                      </a:r>
                    </a:p>
                    <a:p>
                      <a:pPr algn="l"/>
                      <a:r>
                        <a:rPr sz="1725" b="0">
                          <a:solidFill>
                            <a:srgbClr val="173449"/>
                          </a:solidFill>
                          <a:latin typeface="Malgun Gothic"/>
                          <a:ea typeface="Malgun Gothic"/>
                          <a:cs typeface="Malgun Gothic"/>
                        </a:rPr>
                        <a:t>기본 HTTP 서버의 사용자 인증과 HTTPS 미구현</a:t>
                      </a:r>
                    </a:p>
                  </a:txBody>
                  <a:tcPr marL="91440" marR="91440" marT="45720" marB="45720" anchor="ctr">
                    <a:solidFill>
                      <a:srgbClr val="FFFFFF"/>
                    </a:solidFill>
                  </a:tcPr>
                </a:tc>
              </a:tr>
              <a:tr h="723900">
                <a:tc>
                  <a:txBody>
                    <a:bodyPr wrap="none" lIns="152400" tIns="95250" rIns="152400" bIns="95250">
                      <a:noAutofit/>
                    </a:bodyPr>
                    <a:lstStyle/>
                    <a:p>
                      <a:pPr algn="l"/>
                      <a:r>
                        <a:rPr sz="1725" b="1">
                          <a:solidFill>
                            <a:srgbClr val="173449"/>
                          </a:solidFill>
                          <a:latin typeface="Malgun Gothic"/>
                          <a:ea typeface="Malgun Gothic"/>
                          <a:cs typeface="Malgun Gothic"/>
                        </a:rPr>
                        <a:t>운영 범위</a:t>
                      </a:r>
                    </a:p>
                  </a:txBody>
                  <a:tcPr marL="91440" marR="91440" marT="45720" marB="45720" anchor="ctr">
                    <a:solidFill>
                      <a:srgbClr val="F3F7F9"/>
                    </a:solidFill>
                  </a:tcPr>
                </a:tc>
                <a:tc>
                  <a:txBody>
                    <a:bodyPr wrap="none" lIns="152400" tIns="95250" rIns="152400" bIns="95250">
                      <a:noAutofit/>
                    </a:bodyPr>
                    <a:lstStyle/>
                    <a:p>
                      <a:pPr algn="l"/>
                      <a:r>
                        <a:rPr sz="1725" b="0">
                          <a:solidFill>
                            <a:srgbClr val="173449"/>
                          </a:solidFill>
                          <a:latin typeface="Malgun Gothic"/>
                          <a:ea typeface="Malgun Gothic"/>
                          <a:cs typeface="Malgun Gothic"/>
                        </a:rPr>
                        <a:t>Graph 미사용, 활동 샘플러 제출 제외</a:t>
                      </a:r>
                    </a:p>
                    <a:p>
                      <a:pPr algn="l"/>
                      <a:r>
                        <a:rPr sz="1725" b="0">
                          <a:solidFill>
                            <a:srgbClr val="173449"/>
                          </a:solidFill>
                          <a:latin typeface="Malgun Gothic"/>
                          <a:ea typeface="Malgun Gothic"/>
                          <a:cs typeface="Malgun Gothic"/>
                        </a:rPr>
                        <a:t>기존 코드, 예약 작업, 과거 자료의 실제 정리는 별도 확인</a:t>
                      </a:r>
                    </a:p>
                  </a:txBody>
                  <a:tcPr marL="91440" marR="91440" marT="45720" marB="45720" anchor="ctr">
                    <a:solidFill>
                      <a:srgbClr val="F3F7F9"/>
                    </a:solidFill>
                  </a:tcPr>
                </a:tc>
              </a:tr>
            </a:tbl>
          </a:graphicData>
        </a:graphic>
      </p:graphicFrame>
    </p:spTree>
    <p:extLst>
      <p:ext uri="{BB962C8B-B14F-4D97-AF65-F5344CB8AC3E}">
        <p14:creationId xmlns:p14="http://schemas.microsoft.com/office/powerpoint/2010/main" val="17205249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2026-10-02T07:36:56.1840000Z</dcterms:created>
  <dcterms:modified xsi:type="dcterms:W3CDTF">2026-10-02T07:36:56.1840000Z</dcterms:modified>
</coreProperties>
</file>